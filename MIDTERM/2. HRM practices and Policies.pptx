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  <p:sldMasterId id="2147483951" r:id="rId2"/>
  </p:sldMasterIdLst>
  <p:notesMasterIdLst>
    <p:notesMasterId r:id="rId35"/>
  </p:notesMasterIdLst>
  <p:handoutMasterIdLst>
    <p:handoutMasterId r:id="rId36"/>
  </p:handoutMasterIdLst>
  <p:sldIdLst>
    <p:sldId id="480" r:id="rId3"/>
    <p:sldId id="445" r:id="rId4"/>
    <p:sldId id="447" r:id="rId5"/>
    <p:sldId id="448" r:id="rId6"/>
    <p:sldId id="450" r:id="rId7"/>
    <p:sldId id="449" r:id="rId8"/>
    <p:sldId id="451" r:id="rId9"/>
    <p:sldId id="452" r:id="rId10"/>
    <p:sldId id="453" r:id="rId11"/>
    <p:sldId id="454" r:id="rId12"/>
    <p:sldId id="455" r:id="rId13"/>
    <p:sldId id="456" r:id="rId14"/>
    <p:sldId id="457" r:id="rId15"/>
    <p:sldId id="443" r:id="rId16"/>
    <p:sldId id="446" r:id="rId17"/>
    <p:sldId id="407" r:id="rId18"/>
    <p:sldId id="430" r:id="rId19"/>
    <p:sldId id="458" r:id="rId20"/>
    <p:sldId id="460" r:id="rId21"/>
    <p:sldId id="462" r:id="rId22"/>
    <p:sldId id="464" r:id="rId23"/>
    <p:sldId id="467" r:id="rId24"/>
    <p:sldId id="468" r:id="rId25"/>
    <p:sldId id="471" r:id="rId26"/>
    <p:sldId id="472" r:id="rId27"/>
    <p:sldId id="473" r:id="rId28"/>
    <p:sldId id="474" r:id="rId29"/>
    <p:sldId id="475" r:id="rId30"/>
    <p:sldId id="479" r:id="rId31"/>
    <p:sldId id="478" r:id="rId32"/>
    <p:sldId id="481" r:id="rId33"/>
    <p:sldId id="482" r:id="rId34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4A4"/>
    <a:srgbClr val="FF0000"/>
    <a:srgbClr val="0F6111"/>
    <a:srgbClr val="F0DCB4"/>
    <a:srgbClr val="F0ECCC"/>
    <a:srgbClr val="F0E1B4"/>
    <a:srgbClr val="E6E1BE"/>
    <a:srgbClr val="F0E1BE"/>
    <a:srgbClr val="8CE1BE"/>
    <a:srgbClr val="FAC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87792" autoAdjust="0"/>
  </p:normalViewPr>
  <p:slideViewPr>
    <p:cSldViewPr>
      <p:cViewPr>
        <p:scale>
          <a:sx n="84" d="100"/>
          <a:sy n="84" d="100"/>
        </p:scale>
        <p:origin x="-552" y="-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1" d="100"/>
          <a:sy n="51" d="100"/>
        </p:scale>
        <p:origin x="-2946" y="-96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56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pPr/>
              <a:t>2/29/2024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pPr/>
              <a:t>2/29/2024</a:t>
            </a:fld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0343" tIns="45171" rIns="90343" bIns="45171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0343" tIns="45171" rIns="90343" bIns="45171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08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450" y="733425"/>
            <a:ext cx="6526213" cy="3671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B6929-D102-4681-AF06-59ADA2DA4E1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450" y="733425"/>
            <a:ext cx="6526213" cy="3671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B6929-D102-4681-AF06-59ADA2DA4E1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90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6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450" y="733425"/>
            <a:ext cx="6526213" cy="3671888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B6929-D102-4681-AF06-59ADA2DA4E1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65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14848F-92D8-43A5-AE85-4308F74B0E53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81038"/>
            <a:ext cx="6043613" cy="3400425"/>
          </a:xfrm>
          <a:prstGeom prst="rect">
            <a:avLst/>
          </a:prstGeo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4454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450" y="733425"/>
            <a:ext cx="6526213" cy="3671888"/>
          </a:xfrm>
          <a:prstGeom prst="rect">
            <a:avLst/>
          </a:prstGeo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1" y="9296224"/>
            <a:ext cx="2867377" cy="48977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035" indent="-28232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9284" indent="-22585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0998" indent="-22585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711" indent="-225857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4425" indent="-22585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6138" indent="-22585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7852" indent="-22585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39566" indent="-22585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mtClean="0"/>
              <a:t>Principles of Management (Handout # 1) by Mohammed Saiful Islam</a:t>
            </a:r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784712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Notes Placeholder"/>
          <p:cNvSpPr>
            <a:spLocks noGrp="1"/>
          </p:cNvSpPr>
          <p:nvPr>
            <p:ph type="body" idx="1"/>
          </p:nvPr>
        </p:nvSpPr>
        <p:spPr bwMode="auto">
          <a:xfrm>
            <a:off x="-2109206897" y="-2130344913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9229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C91468-C2D8-4BC7-B1FC-24B48C7C67A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downloa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000" y="0"/>
            <a:ext cx="647700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7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59842"/>
            <a:ext cx="10972800" cy="868958"/>
          </a:xfrm>
          <a:prstGeom prst="rect">
            <a:avLst/>
          </a:prstGeom>
        </p:spPr>
        <p:txBody>
          <a:bodyPr/>
          <a:lstStyle>
            <a:lvl1pPr>
              <a:defRPr sz="3800" baseline="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00809"/>
            <a:ext cx="10972800" cy="4425355"/>
          </a:xfrm>
        </p:spPr>
        <p:txBody>
          <a:bodyPr/>
          <a:lstStyle>
            <a:lvl1pPr>
              <a:defRPr baseline="0">
                <a:latin typeface="Century Gothic" pitchFamily="34" charset="0"/>
              </a:defRPr>
            </a:lvl1pPr>
            <a:lvl2pPr>
              <a:defRPr baseline="0">
                <a:latin typeface="Century Gothic" pitchFamily="34" charset="0"/>
              </a:defRPr>
            </a:lvl2pPr>
            <a:lvl3pPr>
              <a:defRPr baseline="0">
                <a:latin typeface="Century Gothic" pitchFamily="34" charset="0"/>
              </a:defRPr>
            </a:lvl3pPr>
            <a:lvl4pPr>
              <a:defRPr baseline="0">
                <a:latin typeface="Century Gothic" pitchFamily="34" charset="0"/>
              </a:defRPr>
            </a:lvl4pPr>
            <a:lvl5pPr>
              <a:defRPr baseline="0">
                <a:latin typeface="Century Gothic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3C55DD-EE9A-4706-B184-BB7F24793E4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downloa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000" y="0"/>
            <a:ext cx="647700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5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D5EA3F-E600-4B90-9C5B-ADD8990465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26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D5EA3F-E600-4B90-9C5B-ADD8990465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26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D5EA3F-E600-4B90-9C5B-ADD8990465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26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06CDC5-C66C-4D25-8678-C261E657334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25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198C4B-E9AA-4A28-B1D2-28EDF7A32CE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91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4BB0FA-5BE6-4609-99AF-56031D9633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48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884C0C6-4E3C-4B8F-8E37-5452725A02BE}" type="datetime1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31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54D6D-DF18-4131-AC71-183BC6ED5C2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64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8E2046-B573-4DA9-8CEA-CBD221037D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96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26F31A-3E09-4F70-8280-D7F8485B88E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30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8337D3-E631-4802-8633-B44E1C7065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968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91ED-DA97-43B3-AFC6-6997DAA22F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6771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3C2CC-F648-4D13-8135-275E9061387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C837C-114E-420F-98BC-E0BD1BBCE1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1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7900" y="49214"/>
            <a:ext cx="7696200" cy="492443"/>
          </a:xfrm>
        </p:spPr>
        <p:txBody>
          <a:bodyPr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1166813"/>
            <a:ext cx="10769600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D8D5D-4575-4D82-954F-B18DCE12C7F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0E164-E458-4200-BD31-23E8F81B30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20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7900" y="49214"/>
            <a:ext cx="7696200" cy="492443"/>
          </a:xfrm>
        </p:spPr>
        <p:txBody>
          <a:bodyPr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259664" y="2139411"/>
            <a:ext cx="4275667" cy="246221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5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EE577-4F2B-4AB1-9C46-A65F75FCD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C83FD-C029-486B-9844-3316B3EE4A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2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7900" y="49214"/>
            <a:ext cx="7696200" cy="492443"/>
          </a:xfrm>
        </p:spPr>
        <p:txBody>
          <a:bodyPr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181C9-0D6F-4164-BC13-709EC923246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4E3DD-C685-42AC-A028-B3C1C4957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91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6DCD8-18F8-4CBA-9D51-FB2442F071A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59A54-9BFB-4344-A5B7-F811C8A684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4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A51591ED-DA97-43B3-AFC6-6997DAA22FFF}" type="datetime1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download.pn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715000" y="0"/>
            <a:ext cx="647700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5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50" r:id="rId4"/>
    <p:sldLayoutId id="214748394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Holder 2"/>
          <p:cNvSpPr>
            <a:spLocks noGrp="1"/>
          </p:cNvSpPr>
          <p:nvPr>
            <p:ph type="title"/>
          </p:nvPr>
        </p:nvSpPr>
        <p:spPr bwMode="auto">
          <a:xfrm>
            <a:off x="2247900" y="49214"/>
            <a:ext cx="76962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smtClean="0"/>
          </a:p>
        </p:txBody>
      </p:sp>
      <p:sp>
        <p:nvSpPr>
          <p:cNvPr id="1027" name="Holder 3"/>
          <p:cNvSpPr>
            <a:spLocks noGrp="1"/>
          </p:cNvSpPr>
          <p:nvPr>
            <p:ph type="body" idx="1"/>
          </p:nvPr>
        </p:nvSpPr>
        <p:spPr bwMode="auto">
          <a:xfrm>
            <a:off x="711200" y="1166813"/>
            <a:ext cx="10769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smtClean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4434" y="6378575"/>
            <a:ext cx="390313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8575"/>
            <a:ext cx="2804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F2279DE-1699-4D39-97FC-3F48B8A2C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7818" y="6378575"/>
            <a:ext cx="2804583" cy="276999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A8D534-1897-485E-BD3A-07C3AB8B9259}" type="slidenum">
              <a:rPr lang="en-US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60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590800"/>
            <a:ext cx="9525000" cy="1676400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Two and Three (Chapter Two)</a:t>
            </a:r>
            <a:b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HRM Practices and Policies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87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45806" y="2362200"/>
            <a:ext cx="116586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Management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is the </a:t>
            </a:r>
            <a:r>
              <a:rPr kumimoji="0" lang="en-US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(process) (Art/ Science) of </a:t>
            </a:r>
            <a:r>
              <a:rPr kumimoji="0" lang="en-US" sz="2800" b="0" i="0" u="sng" strike="noStrike" kern="0" cap="none" spc="0" normalizeH="0" baseline="0" noProof="0" dirty="0" smtClean="0">
                <a:ln>
                  <a:noFill/>
                </a:ln>
                <a:solidFill>
                  <a:srgbClr val="00CC99">
                    <a:lumMod val="75000"/>
                  </a:srgbClr>
                </a:solidFill>
                <a:effectLst/>
                <a:uLnTx/>
                <a:uFillTx/>
                <a:latin typeface="Arial"/>
              </a:rPr>
              <a:t>getting things done through others </a:t>
            </a:r>
            <a:r>
              <a:rPr kumimoji="0" lang="en-US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(Men/Human)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by </a:t>
            </a:r>
            <a:r>
              <a:rPr kumimoji="0" lang="en-US" sz="2800" b="0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using </a:t>
            </a:r>
            <a:r>
              <a:rPr kumimoji="0" lang="en-US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resources</a:t>
            </a:r>
            <a:r>
              <a:rPr kumimoji="0" lang="en-US" sz="2800" b="0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and all other </a:t>
            </a:r>
            <a:r>
              <a:rPr kumimoji="0" lang="en-US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Tools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for </a:t>
            </a:r>
            <a:r>
              <a:rPr kumimoji="0" lang="en-US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achieving individual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 organizational and societal </a:t>
            </a:r>
            <a:r>
              <a:rPr lang="en-US" sz="2800" b="1" u="sng" kern="0" noProof="0" dirty="0">
                <a:solidFill>
                  <a:srgbClr val="000000"/>
                </a:solidFill>
                <a:latin typeface="Arial"/>
              </a:rPr>
              <a:t>O</a:t>
            </a:r>
            <a:r>
              <a:rPr kumimoji="0" lang="en-US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bjectives</a:t>
            </a:r>
            <a:r>
              <a:rPr lang="en-US" sz="2800" kern="0" dirty="0" smtClean="0">
                <a:solidFill>
                  <a:srgbClr val="000000"/>
                </a:solidFill>
                <a:latin typeface="Arial"/>
              </a:rPr>
              <a:t>.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</a:rPr>
              <a:t>Resources: 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(Physical, Capital, Human, Technology, Information)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GB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45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4778375" y="918139"/>
            <a:ext cx="7413625" cy="1063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 Management (HRM)</a:t>
            </a:r>
            <a:endParaRPr kumimoji="0" lang="en-GB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3559" y="1853249"/>
            <a:ext cx="2666114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Times New Roman" pitchFamily="-106" charset="0"/>
              </a:rPr>
              <a:t>M+R+H</a:t>
            </a:r>
            <a:endParaRPr lang="en-GB" sz="5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Times New Roman" pitchFamily="-106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3509673" y="2651126"/>
            <a:ext cx="7920327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Resources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(Management of Resources of Human)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Again,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(MANAGEMNT)/HRM 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Manage+Men+T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 + Age + Men + T (Tactfully)</a:t>
            </a:r>
            <a:endParaRPr kumimoji="0" lang="en-GB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62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6858000" y="843756"/>
            <a:ext cx="5019368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Why only Manage</a:t>
            </a:r>
            <a:r>
              <a:rPr kumimoji="0" lang="en-US" sz="32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Men ?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28600" y="1925638"/>
            <a:ext cx="11963399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Among the 6 Ms </a:t>
            </a:r>
            <a:r>
              <a:rPr lang="en-GB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(Men, </a:t>
            </a:r>
            <a:r>
              <a:rPr lang="en-GB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en-GB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Materials, Money, Method and Market)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"men" is not so easy to manage. 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"every man is different from other" 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 possess the power to manipulate the other M(s).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Whereas, the other M(s) are either lifeless or abstract and as such, do not have the power to think and decide what is good for them.</a:t>
            </a:r>
          </a:p>
        </p:txBody>
      </p:sp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580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7368" y="1447800"/>
            <a:ext cx="11516032" cy="490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Aft>
                <a:spcPct val="0"/>
              </a:spcAft>
              <a:buFontTx/>
              <a:buNone/>
            </a:pPr>
            <a:r>
              <a:rPr lang="en-AU" sz="4000" dirty="0" smtClean="0">
                <a:solidFill>
                  <a:srgbClr val="660066"/>
                </a:solidFill>
                <a:latin typeface="Times New Roman" panose="02020603050405020304" pitchFamily="18" charset="0"/>
              </a:rPr>
              <a:t>Human Resource Management</a:t>
            </a:r>
          </a:p>
          <a:p>
            <a:pPr fontAlgn="base">
              <a:spcAft>
                <a:spcPct val="0"/>
              </a:spcAft>
              <a:buFontTx/>
              <a:buNone/>
            </a:pPr>
            <a:endParaRPr lang="en-US" sz="1200" b="1" i="1" dirty="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Aft>
                <a:spcPct val="0"/>
              </a:spcAft>
              <a:buFontTx/>
              <a:buNone/>
            </a:pPr>
            <a:r>
              <a:rPr lang="en-US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Gary </a:t>
            </a:r>
            <a:r>
              <a:rPr lang="en-US" b="1" i="1" dirty="0" err="1" smtClean="0">
                <a:solidFill>
                  <a:srgbClr val="0000FF"/>
                </a:solidFill>
                <a:latin typeface="Times New Roman" panose="02020603050405020304" pitchFamily="18" charset="0"/>
              </a:rPr>
              <a:t>Dessler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  Said-</a:t>
            </a:r>
          </a:p>
          <a:p>
            <a:pPr fontAlgn="base">
              <a:spcAft>
                <a:spcPct val="0"/>
              </a:spcAft>
              <a:buFontTx/>
              <a:buNone/>
            </a:pPr>
            <a:endParaRPr lang="en-US" dirty="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Aft>
                <a:spcPct val="0"/>
              </a:spcAft>
              <a:buFontTx/>
              <a:buNone/>
            </a:pPr>
            <a:r>
              <a:rPr lang="en-US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“HRM is the process of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acquiring, </a:t>
            </a:r>
            <a:r>
              <a:rPr lang="en-US" sz="2400" b="1" i="1" dirty="0" smtClean="0">
                <a:solidFill>
                  <a:srgbClr val="00B0F0"/>
                </a:solidFill>
                <a:latin typeface="Times New Roman" panose="02020603050405020304" pitchFamily="18" charset="0"/>
              </a:rPr>
              <a:t>training, appraising</a:t>
            </a:r>
            <a:r>
              <a:rPr lang="en-US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and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compensating </a:t>
            </a:r>
            <a:r>
              <a:rPr lang="en-US" sz="24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employees, attending to their labor relations, health &amp; safely, and fairness concerns.”</a:t>
            </a:r>
          </a:p>
          <a:p>
            <a:pPr algn="just" fontAlgn="base">
              <a:spcAft>
                <a:spcPct val="0"/>
              </a:spcAft>
              <a:buFontTx/>
              <a:buNone/>
            </a:pPr>
            <a:endParaRPr lang="en-US" sz="2400" i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Aft>
                <a:spcPct val="0"/>
              </a:spcAft>
              <a:buFontTx/>
              <a:buNone/>
            </a:pPr>
            <a:r>
              <a:rPr 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He also said that “HRM refers to the practices and policies one needs to carry out the people or personnel aspects of management job.”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algn="just" fontAlgn="base">
              <a:spcAft>
                <a:spcPct val="0"/>
              </a:spcAft>
              <a:buFontTx/>
              <a:buNone/>
            </a:pP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169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09600" y="2149476"/>
            <a:ext cx="11353800" cy="371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1" i="0" u="sng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Arial"/>
              </a:rPr>
              <a:t>Human Resource Management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3200" b="0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Arial"/>
            </a:endParaRPr>
          </a:p>
          <a:p>
            <a:pPr marL="0" marR="0" lvl="0" indent="0" algn="just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The process of </a:t>
            </a: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attracting</a:t>
            </a: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, </a:t>
            </a: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</a:rPr>
              <a:t>developing</a:t>
            </a: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and </a:t>
            </a: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Arial"/>
              </a:rPr>
              <a:t>maintaining</a:t>
            </a:r>
            <a:r>
              <a:rPr kumimoji="0" lang="en-AU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a talented and energetic workforce to support organisational mission, objectives and strategies. 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                       </a:t>
            </a:r>
            <a:endParaRPr kumimoji="0" lang="en-AU" sz="20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5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958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667000" y="1752600"/>
            <a:ext cx="85566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all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GOLDEN PRINCIPLES OF HUMAN RESOURCES</a:t>
            </a: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47368" y="2438400"/>
            <a:ext cx="11439832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sz="28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8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Your most valuable asset is your precious human resources. </a:t>
            </a:r>
            <a:r>
              <a:rPr kumimoji="0" lang="en-GB" sz="2800" b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Make sure employees</a:t>
            </a:r>
            <a:r>
              <a:rPr kumimoji="0" lang="en-GB" sz="28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B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go home happily and return to the office with excitement.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“Take away my people, but leave my factories, and soon </a:t>
            </a:r>
            <a:r>
              <a:rPr kumimoji="0" lang="en-GB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grass will grow on the factory floors.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Take away my factories, but leave my people, and soon </a:t>
            </a:r>
            <a:r>
              <a:rPr kumimoji="0" lang="en-GB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 will have a new and better factory.” </a:t>
            </a:r>
            <a:r>
              <a:rPr kumimoji="0" 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0" lang="en-GB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Andrew Carnegie.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71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1874542"/>
            <a:ext cx="11658600" cy="467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Principle #1: Recruitment to retirement.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(If there is no HR who will recruit employees? 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Principle #2: People (men) behind the machine count.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 is a limit to machines, but there is no limit to human potential. Elbert Hubbard rightly remarked, </a:t>
            </a:r>
            <a:r>
              <a:rPr kumimoji="0" lang="en-GB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“One machine can do the work of 50 ordinary men. No machine can do the work of one extraordinary man.”</a:t>
            </a: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Principle #3: Hire for attitude, recruit for skills.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is better to hire a new job seeker with high attitude and no experience, than one with a </a:t>
            </a:r>
            <a:r>
              <a:rPr kumimoji="0" lang="en-GB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rotten attitude and years of experience.</a:t>
            </a:r>
            <a:r>
              <a:rPr kumimoji="0" lang="en-GB" sz="2000" b="0" i="1" u="none" strike="noStrike" kern="0" cap="none" spc="0" normalizeH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i="1" kern="0" dirty="0" smtClean="0">
                <a:solidFill>
                  <a:srgbClr val="0404A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ATTITUDE=100% (1+20+20+9+20+21+4+5=100)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Principle #4: Appreciate attitude but respect intelligence.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is true that both attitude and intelligence are essential to improve the organizational bottom line</a:t>
            </a:r>
            <a:r>
              <a:rPr kumimoji="0" lang="en-GB" sz="20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Elton Mayo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10300" y="762000"/>
            <a:ext cx="5788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kern="0" cap="all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HUMAN RESOURCES</a:t>
            </a:r>
            <a:endParaRPr lang="en-US" dirty="0"/>
          </a:p>
        </p:txBody>
      </p:sp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45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62328" y="1920876"/>
            <a:ext cx="116046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GB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Principle #5: Hire slow, fire fast.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If you find that bad apples entered into their basket, you must be removed quickly to contain further damage to their organizations.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  <a:defRPr/>
            </a:pPr>
            <a:r>
              <a:rPr lang="en-GB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 #6: </a:t>
            </a:r>
            <a:r>
              <a:rPr lang="en-GB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Valuable </a:t>
            </a:r>
            <a:r>
              <a:rPr lang="en-GB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</a:t>
            </a:r>
            <a:endParaRPr lang="en-US" sz="2000" kern="0" dirty="0" smtClean="0">
              <a:solidFill>
                <a:srgbClr val="000000"/>
              </a:solidFill>
              <a:latin typeface="Arial"/>
            </a:endParaRPr>
          </a:p>
          <a:p>
            <a:pPr lvl="0" algn="just">
              <a:buNone/>
              <a:defRPr/>
            </a:pPr>
            <a:r>
              <a:rPr lang="en-GB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Renee West once said, “You can have the best strategy and the best building in the world, but </a:t>
            </a:r>
            <a:r>
              <a:rPr lang="en-GB" sz="20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don’t have the hearts and minds of the people who work with you</a:t>
            </a:r>
            <a:r>
              <a:rPr lang="en-GB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none of it comes to life.”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255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495800" y="843756"/>
            <a:ext cx="7413625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404A4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Model of HRM</a:t>
            </a: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176905"/>
              </p:ext>
            </p:extLst>
          </p:nvPr>
        </p:nvGraphicFramePr>
        <p:xfrm>
          <a:off x="76200" y="1888255"/>
          <a:ext cx="11963400" cy="441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1700"/>
                <a:gridCol w="5981700"/>
              </a:tblGrid>
              <a:tr h="4419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GB" sz="24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HRM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Treats employees simply as a resource of the business (like machinery &amp; buildings).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Short-term changes in employee numbers (recruitment, redundancy)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 communication, from the top down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 – enough to recruit and retain enough staff (e.g. minimum wage)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Little empowerment or delegation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Appraisal systems focused on making judgements (good and bad) about staff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endParaRPr lang="en-GB" sz="1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GB" sz="1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Suits autocratic leadership style</a:t>
                      </a:r>
                    </a:p>
                    <a:p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 HRM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kern="1200" dirty="0" smtClean="0">
                        <a:solidFill>
                          <a:srgbClr val="0404A4"/>
                        </a:solidFill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Treats employees as the most important resource in the business and a source of competitive advantage.</a:t>
                      </a:r>
                      <a:r>
                        <a:rPr lang="en-GB" sz="1400" kern="1200" baseline="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en-GB" sz="1400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focus on longer-term workforce planning  (Health)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en-GB" sz="1400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two-way communication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en-GB" sz="800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Competitive pay structure, with suitable performance-related rewards (e.g. profit share, share options)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en-GB" sz="800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Employees are empowered and encouraged to seek delegation and take responsibility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en-GB" sz="1400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Appraisal systems focused on identifying and addressing training and other employee development needs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en-GB" sz="1400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GB" sz="1400" kern="1200" dirty="0" smtClean="0">
                          <a:solidFill>
                            <a:srgbClr val="0404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Suits democratic leadership style</a:t>
                      </a:r>
                      <a:endParaRPr lang="en-GB" sz="1400" b="1" kern="1200" dirty="0" smtClean="0">
                        <a:solidFill>
                          <a:srgbClr val="0404A4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40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956169" y="675481"/>
            <a:ext cx="7081765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is best? Soft or Hard HRM?/ Outcomes of soft</a:t>
            </a:r>
            <a:r>
              <a:rPr kumimoji="0" lang="en-GB" sz="32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or hard HRM</a:t>
            </a: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28600" y="1925638"/>
            <a:ext cx="11811000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two approaches is better? The answer is – it depends!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sz="2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"hard" approach to HR might be expected to result in a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more cost-effective workforce where decision-making is quicker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focused on senior managers. However, such an approach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pays relatively little attention to the needs of employees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a business adopting a genuinely "hard" approach might expect to suffer from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higher absenteeism and staff turnover and less successful recruitment.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sz="22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"soft" approach will certainly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appeal to the "touchy-feely"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amongst us who like to see people being treated nicely! And you can also make a good business case for an approach that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rewards employee performance and motivates staff more effectively.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danger of taking too "soft" an approach is that when all the employee benefits are added up, 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cost of the workforce leaves a business at a competitive disadvantage.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9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17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33516" y="1955340"/>
            <a:ext cx="57912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Employment Issues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Recruitment 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Selection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Induction / orientation/socialization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Training and professional development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appraisal management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Career development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Quality of work 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sz="2400" b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ife</a:t>
            </a:r>
            <a:endParaRPr kumimoji="0" lang="en-US" sz="2400" b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Retention and turnover</a:t>
            </a:r>
            <a:endParaRPr kumimoji="0" lang="en-AU" sz="2400" b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477000" y="2286000"/>
            <a:ext cx="54102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Employee Issues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Discrimination, 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Equal employment </a:t>
            </a:r>
            <a:r>
              <a:rPr lang="en-AU" sz="2400" kern="0" dirty="0" smtClean="0">
                <a:solidFill>
                  <a:srgbClr val="2D2DB9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opportunity</a:t>
            </a:r>
            <a:endParaRPr kumimoji="0" lang="en-AU" sz="2400" b="0" u="none" strike="noStrike" kern="0" cap="none" spc="0" normalizeH="0" baseline="0" noProof="0" dirty="0" smtClean="0">
              <a:ln>
                <a:noFill/>
              </a:ln>
              <a:solidFill>
                <a:srgbClr val="2D2DB9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Harassment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Affirmative action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AU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Diversity/change management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Occupational health and safety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u="none" strike="noStrike" kern="0" cap="none" spc="0" normalizeH="0" baseline="0" noProof="0" dirty="0" smtClean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Industrial relations</a:t>
            </a:r>
            <a:endParaRPr kumimoji="0" lang="en-AU" sz="2400" b="0" u="none" strike="noStrike" kern="0" cap="none" spc="0" normalizeH="0" baseline="0" noProof="0" dirty="0" smtClean="0">
              <a:ln>
                <a:noFill/>
              </a:ln>
              <a:solidFill>
                <a:srgbClr val="2D2DB9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AU" sz="24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4419699" y="1239811"/>
            <a:ext cx="7784793" cy="1111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HRM scope/areas/aspects/subject matters</a:t>
            </a: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240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5030787" y="838200"/>
            <a:ext cx="4646613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Current Issues In HRM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5800" y="2057400"/>
            <a:ext cx="11734799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Sexual harassment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Workplace romance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Work life balance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Controlling HR cost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Burnout -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chronic emotional and interpersonal stress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GB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Value of Human Resource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GB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Competitive advantage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593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81001" y="1752600"/>
            <a:ext cx="11582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all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GB" sz="2400" b="1" i="0" u="sng" strike="noStrike" kern="0" cap="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DEVELOPMENT (</a:t>
            </a:r>
            <a:r>
              <a:rPr kumimoji="0" lang="en-GB" sz="2400" b="1" i="0" u="sng" strike="noStrike" kern="0" cap="all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Preparing</a:t>
            </a:r>
            <a:r>
              <a:rPr kumimoji="0" lang="en-GB" sz="2400" b="1" i="0" u="sng" strike="noStrike" kern="0" cap="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)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Employee Training and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Management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Career Development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                             MOTIVATION (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Stimulating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)</a:t>
            </a:r>
            <a:endParaRPr kumimoji="0" lang="en-GB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Job Design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Performance Evaluations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Rewards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Job Evaluation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Compensation/Benefits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Discipline</a:t>
            </a:r>
            <a:endParaRPr kumimoji="0" 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  </a:t>
            </a:r>
            <a:endParaRPr kumimoji="0" lang="en-GB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206375" y="4114800"/>
            <a:ext cx="3527425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/>
          <a:lstStyle/>
          <a:p>
            <a:pPr marL="342900" indent="-342900" algn="ctr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3200" b="1" u="sng" kern="0" cap="all" dirty="0">
                <a:solidFill>
                  <a:srgbClr val="FF0000"/>
                </a:solidFill>
                <a:latin typeface="Arial"/>
              </a:rPr>
              <a:t>Maintenance</a:t>
            </a:r>
          </a:p>
          <a:p>
            <a:pPr marL="342900" indent="-342900" algn="ctr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3200" b="1" u="sng" kern="0" cap="all" dirty="0">
                <a:solidFill>
                  <a:srgbClr val="FF0000"/>
                </a:solidFill>
                <a:latin typeface="Arial"/>
              </a:rPr>
              <a:t>(</a:t>
            </a:r>
            <a:r>
              <a:rPr lang="en-US" sz="3200" b="1" u="sng" kern="0" cap="all" dirty="0">
                <a:solidFill>
                  <a:srgbClr val="000000"/>
                </a:solidFill>
                <a:latin typeface="Arial"/>
              </a:rPr>
              <a:t>Keeping</a:t>
            </a:r>
            <a:r>
              <a:rPr lang="en-US" sz="3200" b="1" u="sng" kern="0" cap="all" dirty="0">
                <a:solidFill>
                  <a:srgbClr val="FF0000"/>
                </a:solidFill>
                <a:latin typeface="Arial"/>
              </a:rPr>
              <a:t>)</a:t>
            </a:r>
          </a:p>
          <a:p>
            <a:pPr marL="342900" indent="-342900" algn="ctr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Health, Safety and Security  </a:t>
            </a:r>
            <a:endParaRPr lang="en-GB" sz="2000" kern="0" dirty="0">
              <a:solidFill>
                <a:srgbClr val="000000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Employee/</a:t>
            </a:r>
            <a:r>
              <a:rPr lang="en-US" sz="2000" kern="0" dirty="0" err="1">
                <a:solidFill>
                  <a:srgbClr val="000000"/>
                </a:solidFill>
                <a:latin typeface="Arial"/>
              </a:rPr>
              <a:t>Labour</a:t>
            </a:r>
            <a:r>
              <a:rPr lang="en-GB" sz="2000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Relations</a:t>
            </a:r>
            <a:endParaRPr lang="en-GB" sz="20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4549776" y="762000"/>
            <a:ext cx="7413625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Functions of HRM 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</a:rPr>
              <a:t>(BASIC)</a:t>
            </a: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38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216072" y="1421130"/>
            <a:ext cx="4724400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Functions of HR</a:t>
            </a:r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H="1">
            <a:off x="3124200" y="2002314"/>
            <a:ext cx="137160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8013700" y="1981834"/>
            <a:ext cx="1447800" cy="6858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26210" y="2767014"/>
            <a:ext cx="3200400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MANAGERIAL FUNCTIONS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latin typeface="+mj-lt"/>
              </a:rPr>
              <a:t>Planning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latin typeface="+mj-lt"/>
              </a:rPr>
              <a:t> Organizing 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latin typeface="+mj-lt"/>
              </a:rPr>
              <a:t>S</a:t>
            </a:r>
            <a:r>
              <a:rPr lang="en-US" sz="2800" dirty="0" smtClean="0">
                <a:latin typeface="+mj-lt"/>
              </a:rPr>
              <a:t>taffing</a:t>
            </a:r>
            <a:endParaRPr lang="en-US" sz="2800" dirty="0">
              <a:latin typeface="+mj-lt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latin typeface="+mj-lt"/>
              </a:rPr>
              <a:t> Controlling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612685" y="2667634"/>
            <a:ext cx="4757420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FF0000"/>
                </a:solidFill>
                <a:latin typeface="Arial"/>
              </a:rPr>
              <a:t>OPERATIVE FUNCTIONS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Staffing 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Development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 Compensation 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Motivation 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Maintenance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 Integration </a:t>
            </a:r>
          </a:p>
          <a:p>
            <a:pPr algn="ctr" eaLnBrk="0" fontAlgn="base" hangingPunct="0">
              <a:spcBef>
                <a:spcPct val="25000"/>
              </a:spcBef>
              <a:spcAft>
                <a:spcPct val="0"/>
              </a:spcAft>
              <a:defRPr/>
            </a:pPr>
            <a:endParaRPr lang="en-US" sz="2800" dirty="0">
              <a:solidFill>
                <a:srgbClr val="000000"/>
              </a:solidFill>
              <a:latin typeface="Comic Sans MS" pitchFamily="66" charset="0"/>
            </a:endParaRPr>
          </a:p>
        </p:txBody>
      </p:sp>
      <p:pic>
        <p:nvPicPr>
          <p:cNvPr id="9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25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Content Placeholder 3" descr="clip_image00415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357313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068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774" y="1337187"/>
            <a:ext cx="8229600" cy="5349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91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/>
              <a:t>POLICY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01783"/>
            <a:ext cx="8229600" cy="4572000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>
              <a:buNone/>
            </a:pPr>
            <a:r>
              <a:rPr lang="en-GB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GB" b="1" i="1" dirty="0" smtClean="0">
                <a:solidFill>
                  <a:srgbClr val="FF0000"/>
                </a:solidFill>
              </a:rPr>
              <a:t>Guidelines</a:t>
            </a:r>
            <a:r>
              <a:rPr lang="en-GB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of an action !!!!!!</a:t>
            </a:r>
          </a:p>
          <a:p>
            <a:pPr algn="just">
              <a:buNone/>
            </a:pPr>
            <a:endParaRPr lang="en-GB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just">
              <a:buNone/>
            </a:pPr>
            <a:r>
              <a:rPr lang="en-GB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Policies are usually made by top management and provide a broad framework within which an organization and the workforce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perform all </a:t>
            </a:r>
            <a:r>
              <a:rPr lang="en-GB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the activities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92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7494"/>
            <a:ext cx="8229600" cy="64690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HRM Policy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295400"/>
            <a:ext cx="8839200" cy="493080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HRM policies define the </a:t>
            </a:r>
            <a:r>
              <a:rPr lang="en-US" b="1" i="1" dirty="0" smtClean="0">
                <a:solidFill>
                  <a:srgbClr val="FF0000"/>
                </a:solidFill>
              </a:rPr>
              <a:t>guidelines,  philosophies and values</a:t>
            </a:r>
            <a:r>
              <a:rPr lang="en-US" dirty="0" smtClean="0"/>
              <a:t> of an organization about how people will perform their activities in specific areas and </a:t>
            </a:r>
            <a:r>
              <a:rPr lang="en-US" dirty="0"/>
              <a:t>how they will be treated.</a:t>
            </a:r>
          </a:p>
          <a:p>
            <a:pPr algn="just">
              <a:buNone/>
            </a:pPr>
            <a:r>
              <a:rPr lang="en-US" dirty="0" smtClean="0"/>
              <a:t> </a:t>
            </a:r>
          </a:p>
        </p:txBody>
      </p:sp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04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0412" y="403225"/>
            <a:ext cx="8408987" cy="609600"/>
          </a:xfrm>
        </p:spPr>
        <p:txBody>
          <a:bodyPr>
            <a:normAutofit/>
          </a:bodyPr>
          <a:lstStyle/>
          <a:p>
            <a:pPr lvl="0"/>
            <a:r>
              <a:rPr lang="en-US" sz="2700" b="1" dirty="0"/>
              <a:t>Qualities of Good Human Resource </a:t>
            </a:r>
            <a:r>
              <a:rPr lang="en-US" sz="2700" b="1" dirty="0" smtClean="0"/>
              <a:t>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458200" cy="5562600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lnSpc>
                <a:spcPct val="110000"/>
              </a:lnSpc>
            </a:pPr>
            <a:endParaRPr lang="en-US" sz="2800" b="1" dirty="0"/>
          </a:p>
          <a:p>
            <a:pPr>
              <a:lnSpc>
                <a:spcPct val="110000"/>
              </a:lnSpc>
            </a:pPr>
            <a:r>
              <a:rPr lang="en-US" sz="2000" b="1" dirty="0"/>
              <a:t>Specific   (SMART)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Measureable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Achievable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Realistic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Time frame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Written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Flexibility</a:t>
            </a:r>
          </a:p>
          <a:p>
            <a:pPr>
              <a:lnSpc>
                <a:spcPct val="110000"/>
              </a:lnSpc>
            </a:pPr>
            <a:r>
              <a:rPr lang="en-US" sz="2000" b="1" dirty="0" smtClean="0"/>
              <a:t>Work-Life Balance</a:t>
            </a:r>
            <a:endParaRPr lang="en-US" sz="2000" b="1" dirty="0"/>
          </a:p>
        </p:txBody>
      </p:sp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1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7494"/>
            <a:ext cx="8229600" cy="723106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dirty="0" smtClean="0"/>
              <a:t>Human Resource Planning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295400"/>
            <a:ext cx="8686800" cy="20574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just" eaLnBrk="1" hangingPunct="1">
              <a:buFontTx/>
              <a:buNone/>
            </a:pPr>
            <a:r>
              <a:rPr lang="en-US" dirty="0" smtClean="0">
                <a:solidFill>
                  <a:srgbClr val="0000FF"/>
                </a:solidFill>
              </a:rPr>
              <a:t>Human Resources Planning (HRP)</a:t>
            </a:r>
          </a:p>
          <a:p>
            <a:pPr algn="just" eaLnBrk="1" hangingPunct="1">
              <a:buFontTx/>
              <a:buNone/>
            </a:pP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Human resource planning involves having the right number and the right kind of people at the right </a:t>
            </a:r>
            <a:r>
              <a:rPr lang="en-US" sz="2000" dirty="0" smtClean="0">
                <a:solidFill>
                  <a:schemeClr val="tx1"/>
                </a:solidFill>
                <a:cs typeface="Times New Roman" pitchFamily="18" charset="0"/>
              </a:rPr>
              <a:t>place,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at the right </a:t>
            </a:r>
            <a:r>
              <a:rPr lang="en-US" sz="2000" dirty="0" smtClean="0">
                <a:solidFill>
                  <a:schemeClr val="tx1"/>
                </a:solidFill>
                <a:cs typeface="Times New Roman" pitchFamily="18" charset="0"/>
              </a:rPr>
              <a:t>time,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doing the right kind of task that result in </a:t>
            </a:r>
            <a:r>
              <a:rPr lang="en-US" sz="2000" dirty="0" smtClean="0">
                <a:solidFill>
                  <a:schemeClr val="tx1"/>
                </a:solidFill>
                <a:cs typeface="Times New Roman" pitchFamily="18" charset="0"/>
              </a:rPr>
              <a:t>long-run.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1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2–</a:t>
            </a:r>
            <a:fld id="{970F97DA-E049-41CA-AF76-E84E725CAE11}" type="slidenum">
              <a:rPr lang="en-US" smtClean="0"/>
              <a:pPr/>
              <a:t>21</a:t>
            </a:fld>
            <a:endParaRPr lang="en-US" smtClean="0"/>
          </a:p>
        </p:txBody>
      </p:sp>
      <p:pic>
        <p:nvPicPr>
          <p:cNvPr id="470020" name="Picture 4" descr="MJ4eC01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4106" y="3505200"/>
            <a:ext cx="6727825" cy="29718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5380026"/>
      </p:ext>
    </p:extLst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j01953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514600"/>
            <a:ext cx="395446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AutoShape 3"/>
          <p:cNvSpPr>
            <a:spLocks noChangeArrowheads="1"/>
          </p:cNvSpPr>
          <p:nvPr/>
        </p:nvSpPr>
        <p:spPr bwMode="auto">
          <a:xfrm>
            <a:off x="1981200" y="381000"/>
            <a:ext cx="5638800" cy="1676400"/>
          </a:xfrm>
          <a:prstGeom prst="wedgeEllipseCallout">
            <a:avLst>
              <a:gd name="adj1" fmla="val -13120"/>
              <a:gd name="adj2" fmla="val 72444"/>
            </a:avLst>
          </a:prstGeom>
          <a:solidFill>
            <a:srgbClr val="84299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3600">
                <a:solidFill>
                  <a:srgbClr val="FFFF00"/>
                </a:solidFill>
                <a:latin typeface="Times New Roman" panose="02020603050405020304" pitchFamily="18" charset="0"/>
              </a:rPr>
              <a:t>What is Job Analysis?</a:t>
            </a:r>
          </a:p>
        </p:txBody>
      </p:sp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6324600" y="2209801"/>
            <a:ext cx="4114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4400">
                <a:latin typeface="Times New Roman" panose="02020603050405020304" pitchFamily="18" charset="0"/>
              </a:rPr>
              <a:t>Job Analysis is the process of getting detailed information about jobs.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9F2B3E-5F80-439D-9BF4-A2074B646E42}" type="slidenum">
              <a:rPr 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052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667000" y="4098925"/>
            <a:ext cx="77724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000">
                <a:latin typeface="Times New Roman" panose="02020603050405020304" pitchFamily="18" charset="0"/>
              </a:rPr>
              <a:t>A job analysis is a the systematic explorations of the activities within a job.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00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01030B-0713-43CE-B6B0-1AE90C6BEA4F}" type="slidenum">
              <a:rPr 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292" name="Picture 8" descr="https://lh4.googleusercontent.com/-gINp8zsp6f0/U8Uv3wK_ZoI/AAAAAAAAAhc/0Fb-C3x3DF0/w561-h463/DACUM_Board_Cartoo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2001"/>
            <a:ext cx="807720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Homepage | BBS - ICB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592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3124200" y="1371600"/>
            <a:ext cx="70866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en-GB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2667000" y="1447671"/>
            <a:ext cx="8001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3200" dirty="0">
                <a:latin typeface="Times New Roman" panose="02020603050405020304" pitchFamily="18" charset="0"/>
              </a:rPr>
              <a:t>Job analysis process generates three outcomes: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</a:rPr>
              <a:t>Job descriptions </a:t>
            </a:r>
            <a:endParaRPr lang="en-US" sz="3200" dirty="0" smtClean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3200" dirty="0" smtClean="0">
                <a:latin typeface="Times New Roman" panose="02020603050405020304" pitchFamily="18" charset="0"/>
              </a:rPr>
              <a:t>Job specifications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3200" dirty="0" smtClean="0">
                <a:latin typeface="Times New Roman" panose="02020603050405020304" pitchFamily="18" charset="0"/>
              </a:rPr>
              <a:t>Job </a:t>
            </a:r>
            <a:r>
              <a:rPr lang="en-US" sz="3200" dirty="0">
                <a:latin typeface="Times New Roman" panose="02020603050405020304" pitchFamily="18" charset="0"/>
              </a:rPr>
              <a:t>evaluation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32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743200" y="304800"/>
            <a:ext cx="7772400" cy="12065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b="1" dirty="0">
                <a:solidFill>
                  <a:srgbClr val="FF0000"/>
                </a:solidFill>
              </a:rPr>
              <a:t>Outcomes of Job Analysis</a:t>
            </a:r>
          </a:p>
          <a:p>
            <a:pPr>
              <a:defRPr/>
            </a:pPr>
            <a:endParaRPr lang="en-US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D19E69-398F-49CE-9111-949D9E35D4A0}" type="slidenum">
              <a:rPr 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34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04801"/>
            <a:ext cx="7772400" cy="525463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/>
              <a:t>Nature &amp; Purpose of Job Analysis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43200" y="3505200"/>
            <a:ext cx="4033838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/>
              <a:t>Identification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/>
              <a:t>Job title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/>
              <a:t>Reporting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/>
              <a:t>Department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/>
              <a:t>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/>
              <a:t>Date of analysis</a:t>
            </a:r>
          </a:p>
          <a:p>
            <a:pPr eaLnBrk="1" hangingPunct="1">
              <a:lnSpc>
                <a:spcPct val="90000"/>
              </a:lnSpc>
            </a:pPr>
            <a:r>
              <a:rPr lang="en-US" sz="1800"/>
              <a:t>General Summary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/>
              <a:t>Describes the job’s distinguishing responsibilities and components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6858000" y="3429001"/>
            <a:ext cx="3581400" cy="3268663"/>
          </a:xfrm>
        </p:spPr>
        <p:txBody>
          <a:bodyPr/>
          <a:lstStyle/>
          <a:p>
            <a:pPr eaLnBrk="1" hangingPunct="1"/>
            <a:r>
              <a:rPr lang="en-US" sz="1800"/>
              <a:t>Essential Functions and Duties</a:t>
            </a:r>
          </a:p>
          <a:p>
            <a:pPr lvl="1" eaLnBrk="1" hangingPunct="1"/>
            <a:r>
              <a:rPr lang="en-US" sz="1800"/>
              <a:t>Lists major tasks, duties and responsibilities</a:t>
            </a:r>
          </a:p>
          <a:p>
            <a:pPr eaLnBrk="1" hangingPunct="1"/>
            <a:r>
              <a:rPr lang="en-US" sz="1800"/>
              <a:t>Others:</a:t>
            </a:r>
          </a:p>
          <a:p>
            <a:pPr lvl="1" eaLnBrk="1" hangingPunct="1"/>
            <a:r>
              <a:rPr lang="en-US" sz="1800"/>
              <a:t>Signature of approvals</a:t>
            </a:r>
          </a:p>
          <a:p>
            <a:pPr lvl="1" eaLnBrk="1" hangingPunct="1"/>
            <a:r>
              <a:rPr lang="en-US" sz="1800"/>
              <a:t>Working Condition</a:t>
            </a:r>
          </a:p>
          <a:p>
            <a:pPr lvl="1" eaLnBrk="1" hangingPunct="1"/>
            <a:r>
              <a:rPr lang="en-US" sz="1800"/>
              <a:t>Hazards</a:t>
            </a:r>
          </a:p>
          <a:p>
            <a:pPr eaLnBrk="1" hangingPunct="1"/>
            <a:endParaRPr lang="en-US" sz="2200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2895600" y="838200"/>
            <a:ext cx="73914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Job Description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</a:rPr>
              <a:t>A job description is a written statement of what the jobholder does, how it is done, under what conditions it is done, and why it is done. It is the employment requirement.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l"/>
            </a:pPr>
            <a:endParaRPr 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Job Description Contains the following:</a:t>
            </a:r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9CE074-9557-4A9F-9BCF-F5AF90F55487}" type="slidenum">
              <a:rPr 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033777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03224"/>
            <a:ext cx="8229600" cy="73977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Example of Job Description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715000"/>
          </a:xfrm>
          <a:ln w="25400" cap="rnd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JOB TITLE:</a:t>
            </a:r>
            <a:r>
              <a:rPr lang="en-US" sz="1600" dirty="0"/>
              <a:t>_____</a:t>
            </a:r>
            <a:r>
              <a:rPr lang="en-US" sz="1600" b="1" dirty="0"/>
              <a:t>				OCCUPATIONAL CODE: </a:t>
            </a:r>
            <a:r>
              <a:rPr lang="en-US" sz="1600" dirty="0"/>
              <a:t>________</a:t>
            </a:r>
            <a:endParaRPr lang="en-US" sz="1600" b="1" dirty="0"/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REPORTS TO:</a:t>
            </a:r>
            <a:r>
              <a:rPr lang="en-US" sz="1600" dirty="0"/>
              <a:t>___</a:t>
            </a:r>
            <a:r>
              <a:rPr lang="en-US" sz="1600" b="1" dirty="0"/>
              <a:t>				JOB NO. : </a:t>
            </a:r>
            <a:r>
              <a:rPr lang="en-US" sz="1600" dirty="0"/>
              <a:t>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SUPERVISES:</a:t>
            </a:r>
            <a:r>
              <a:rPr lang="en-US" sz="1600" dirty="0"/>
              <a:t>___</a:t>
            </a:r>
            <a:r>
              <a:rPr lang="en-US" sz="1600" b="1" dirty="0"/>
              <a:t>				GRADE LEVEL: </a:t>
            </a:r>
            <a:r>
              <a:rPr lang="en-US" sz="1600" dirty="0"/>
              <a:t>_______________</a:t>
            </a:r>
            <a:endParaRPr lang="en-US" sz="1600" b="1" dirty="0"/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AS ON DATE :_________</a:t>
            </a:r>
          </a:p>
          <a:p>
            <a:pPr>
              <a:buFont typeface="Arial" panose="020B0604020202020204" pitchFamily="34" charset="0"/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FUNCTIONS: ______________________________________________________________________________________________________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DUTIES AND RESPONSIBILITIES: ______________________________________________________________________________________________________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/>
              <a:t>JOB CHARACTERISTICS: </a:t>
            </a:r>
            <a:r>
              <a:rPr lang="en-US" sz="2000" b="1" dirty="0"/>
              <a:t>______________________________________________________________________________________________________</a:t>
            </a:r>
          </a:p>
        </p:txBody>
      </p:sp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1614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/>
              <a:t>Nature &amp; Purpose of Job Analysis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600201"/>
            <a:ext cx="7467600" cy="4873625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Job specifications: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job specification states the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minimum acceptable qualifications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that the incumbent must possess to perform the job successfully.</a:t>
            </a:r>
          </a:p>
          <a:p>
            <a:pPr marL="274320" indent="-274320" fontAlgn="auto">
              <a:spcAft>
                <a:spcPts val="0"/>
              </a:spcAft>
              <a:buFont typeface="Wingdings"/>
              <a:buChar char=""/>
              <a:defRPr/>
            </a:pPr>
            <a:r>
              <a:rPr lang="en-US" sz="28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statement of human qualifications necessary to do the job. Usually contains such items as:</a:t>
            </a:r>
          </a:p>
          <a:p>
            <a:pPr marL="692150" lvl="1" indent="-347663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Education, Experience, Training, Judgment, Initiative, Physical Skills, Responsibilities, Communication Skills, Emotional characteristics, personality</a:t>
            </a:r>
          </a:p>
          <a:p>
            <a:pPr marL="692150" lvl="1" indent="-347663" fontAlgn="auto">
              <a:spcAft>
                <a:spcPts val="0"/>
              </a:spcAft>
              <a:buNone/>
              <a:defRPr/>
            </a:pPr>
            <a:endParaRPr lang="en-US" sz="2400" dirty="0"/>
          </a:p>
          <a:p>
            <a:pPr marL="692150" lvl="1" indent="-347663" fontAlgn="auto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/>
          </a:p>
          <a:p>
            <a:pPr marL="692150" lvl="1" indent="-347663" fontAlgn="auto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B2FB2D-4B2C-4099-9A71-31EEBE8BCFCA}" type="slidenum">
              <a:rPr 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906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Example of Job Specification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  <a:ln w="254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800" b="1"/>
              <a:t>JOB TITLE</a:t>
            </a:r>
            <a:r>
              <a:rPr lang="en-US" sz="1800"/>
              <a:t>: 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EDUCATION</a:t>
            </a:r>
            <a:r>
              <a:rPr lang="en-US" sz="1800"/>
              <a:t>:_________________________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PHYSICAL  HEALTH</a:t>
            </a:r>
            <a:r>
              <a:rPr lang="en-US" sz="1800"/>
              <a:t>: ________________________________________________________________________________________________________________________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APPEARANCE</a:t>
            </a:r>
            <a:r>
              <a:rPr lang="en-US" sz="1800"/>
              <a:t>: ____________________________________________________________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MENTAL ABILITIES</a:t>
            </a:r>
            <a:r>
              <a:rPr lang="en-US" sz="1800"/>
              <a:t>: 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SPECIAL ABILITIES</a:t>
            </a:r>
            <a:r>
              <a:rPr lang="en-US" sz="1800"/>
              <a:t>: 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PREVIOUS WORK EXPERIENCE</a:t>
            </a:r>
            <a:r>
              <a:rPr lang="en-US" sz="1800"/>
              <a:t>: ________________________________________________________________________________________________________________________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SPECIAL KNOWLEDGE &amp; SKILLS</a:t>
            </a:r>
            <a:r>
              <a:rPr lang="en-US" sz="1800"/>
              <a:t>:_____________________________________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800" b="1"/>
              <a:t>OTHER</a:t>
            </a:r>
            <a:r>
              <a:rPr lang="en-US" sz="1800"/>
              <a:t> : ________________________________________________________</a:t>
            </a:r>
          </a:p>
        </p:txBody>
      </p:sp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8709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object 9"/>
          <p:cNvSpPr txBox="1">
            <a:spLocks noChangeArrowheads="1"/>
          </p:cNvSpPr>
          <p:nvPr/>
        </p:nvSpPr>
        <p:spPr bwMode="auto">
          <a:xfrm>
            <a:off x="838200" y="1828800"/>
            <a:ext cx="9982200" cy="3939540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marL="11842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bn-BD" sz="4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&amp; Selection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44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process of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searching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appropriate employees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encouraging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them to apply for jobs is known as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Recruitment</a:t>
            </a:r>
            <a:endParaRPr lang="bn-BD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bn-BD" sz="28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process of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identifying and choosing the best person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out of a number of prospective candidates for a job is known as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Selection. </a:t>
            </a:r>
          </a:p>
        </p:txBody>
      </p:sp>
      <p:pic>
        <p:nvPicPr>
          <p:cNvPr id="6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83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object 2"/>
          <p:cNvSpPr>
            <a:spLocks noChangeArrowheads="1"/>
          </p:cNvSpPr>
          <p:nvPr/>
        </p:nvSpPr>
        <p:spPr bwMode="auto">
          <a:xfrm>
            <a:off x="9312276" y="4476750"/>
            <a:ext cx="123825" cy="84613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099" name="object 3"/>
          <p:cNvSpPr>
            <a:spLocks/>
          </p:cNvSpPr>
          <p:nvPr/>
        </p:nvSpPr>
        <p:spPr bwMode="auto">
          <a:xfrm>
            <a:off x="9372600" y="4495800"/>
            <a:ext cx="1588" cy="762000"/>
          </a:xfrm>
          <a:custGeom>
            <a:avLst/>
            <a:gdLst>
              <a:gd name="T0" fmla="*/ 268 w 1904"/>
              <a:gd name="T1" fmla="*/ 0 h 762000"/>
              <a:gd name="T2" fmla="*/ 0 w 1904"/>
              <a:gd name="T3" fmla="*/ 761999 h 762000"/>
              <a:gd name="T4" fmla="*/ 0 60000 65536"/>
              <a:gd name="T5" fmla="*/ 0 60000 65536"/>
              <a:gd name="T6" fmla="*/ 0 w 1904"/>
              <a:gd name="T7" fmla="*/ 0 h 762000"/>
              <a:gd name="T8" fmla="*/ 1904 w 1904"/>
              <a:gd name="T9" fmla="*/ 762000 h 7620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04" h="762000">
                <a:moveTo>
                  <a:pt x="1645" y="0"/>
                </a:moveTo>
                <a:lnTo>
                  <a:pt x="0" y="761999"/>
                </a:lnTo>
              </a:path>
            </a:pathLst>
          </a:custGeom>
          <a:noFill/>
          <a:ln w="380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0" name="object 4"/>
          <p:cNvSpPr>
            <a:spLocks noChangeArrowheads="1"/>
          </p:cNvSpPr>
          <p:nvPr/>
        </p:nvSpPr>
        <p:spPr bwMode="auto">
          <a:xfrm>
            <a:off x="6113464" y="3486150"/>
            <a:ext cx="422275" cy="10160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1" name="object 5"/>
          <p:cNvSpPr>
            <a:spLocks/>
          </p:cNvSpPr>
          <p:nvPr/>
        </p:nvSpPr>
        <p:spPr bwMode="auto">
          <a:xfrm>
            <a:off x="6238875" y="3505200"/>
            <a:ext cx="171450" cy="762000"/>
          </a:xfrm>
          <a:custGeom>
            <a:avLst/>
            <a:gdLst>
              <a:gd name="T0" fmla="*/ 17966 w 171450"/>
              <a:gd name="T1" fmla="*/ 586947 h 762635"/>
              <a:gd name="T2" fmla="*/ 4832 w 171450"/>
              <a:gd name="T3" fmla="*/ 592073 h 762635"/>
              <a:gd name="T4" fmla="*/ 0 w 171450"/>
              <a:gd name="T5" fmla="*/ 602676 h 762635"/>
              <a:gd name="T6" fmla="*/ 2464 w 171450"/>
              <a:gd name="T7" fmla="*/ 614236 h 762635"/>
              <a:gd name="T8" fmla="*/ 85278 w 171450"/>
              <a:gd name="T9" fmla="*/ 755809 h 762635"/>
              <a:gd name="T10" fmla="*/ 107464 w 171450"/>
              <a:gd name="T11" fmla="*/ 718270 h 762635"/>
              <a:gd name="T12" fmla="*/ 66350 w 171450"/>
              <a:gd name="T13" fmla="*/ 718270 h 762635"/>
              <a:gd name="T14" fmla="*/ 66482 w 171450"/>
              <a:gd name="T15" fmla="*/ 650852 h 762635"/>
              <a:gd name="T16" fmla="*/ 28648 w 171450"/>
              <a:gd name="T17" fmla="*/ 588746 h 762635"/>
              <a:gd name="T18" fmla="*/ 17966 w 171450"/>
              <a:gd name="T19" fmla="*/ 586947 h 762635"/>
              <a:gd name="T20" fmla="*/ 66482 w 171450"/>
              <a:gd name="T21" fmla="*/ 650852 h 762635"/>
              <a:gd name="T22" fmla="*/ 66350 w 171450"/>
              <a:gd name="T23" fmla="*/ 718270 h 762635"/>
              <a:gd name="T24" fmla="*/ 104450 w 171450"/>
              <a:gd name="T25" fmla="*/ 718270 h 762635"/>
              <a:gd name="T26" fmla="*/ 104468 w 171450"/>
              <a:gd name="T27" fmla="*/ 708825 h 762635"/>
              <a:gd name="T28" fmla="*/ 101798 w 171450"/>
              <a:gd name="T29" fmla="*/ 708825 h 762635"/>
              <a:gd name="T30" fmla="*/ 68910 w 171450"/>
              <a:gd name="T31" fmla="*/ 708694 h 762635"/>
              <a:gd name="T32" fmla="*/ 85065 w 171450"/>
              <a:gd name="T33" fmla="*/ 681357 h 762635"/>
              <a:gd name="T34" fmla="*/ 66482 w 171450"/>
              <a:gd name="T35" fmla="*/ 650852 h 762635"/>
              <a:gd name="T36" fmla="*/ 156522 w 171450"/>
              <a:gd name="T37" fmla="*/ 586677 h 762635"/>
              <a:gd name="T38" fmla="*/ 144837 w 171450"/>
              <a:gd name="T39" fmla="*/ 587681 h 762635"/>
              <a:gd name="T40" fmla="*/ 135814 w 171450"/>
              <a:gd name="T41" fmla="*/ 595475 h 762635"/>
              <a:gd name="T42" fmla="*/ 104586 w 171450"/>
              <a:gd name="T43" fmla="*/ 648322 h 762635"/>
              <a:gd name="T44" fmla="*/ 104450 w 171450"/>
              <a:gd name="T45" fmla="*/ 718270 h 762635"/>
              <a:gd name="T46" fmla="*/ 107464 w 171450"/>
              <a:gd name="T47" fmla="*/ 718270 h 762635"/>
              <a:gd name="T48" fmla="*/ 168732 w 171450"/>
              <a:gd name="T49" fmla="*/ 614614 h 762635"/>
              <a:gd name="T50" fmla="*/ 171187 w 171450"/>
              <a:gd name="T51" fmla="*/ 605980 h 762635"/>
              <a:gd name="T52" fmla="*/ 167666 w 171450"/>
              <a:gd name="T53" fmla="*/ 595671 h 762635"/>
              <a:gd name="T54" fmla="*/ 156522 w 171450"/>
              <a:gd name="T55" fmla="*/ 586677 h 762635"/>
              <a:gd name="T56" fmla="*/ 85065 w 171450"/>
              <a:gd name="T57" fmla="*/ 681357 h 762635"/>
              <a:gd name="T58" fmla="*/ 68910 w 171450"/>
              <a:gd name="T59" fmla="*/ 708694 h 762635"/>
              <a:gd name="T60" fmla="*/ 101798 w 171450"/>
              <a:gd name="T61" fmla="*/ 708825 h 762635"/>
              <a:gd name="T62" fmla="*/ 85065 w 171450"/>
              <a:gd name="T63" fmla="*/ 681357 h 762635"/>
              <a:gd name="T64" fmla="*/ 104586 w 171450"/>
              <a:gd name="T65" fmla="*/ 648322 h 762635"/>
              <a:gd name="T66" fmla="*/ 85065 w 171450"/>
              <a:gd name="T67" fmla="*/ 681357 h 762635"/>
              <a:gd name="T68" fmla="*/ 101798 w 171450"/>
              <a:gd name="T69" fmla="*/ 708825 h 762635"/>
              <a:gd name="T70" fmla="*/ 104468 w 171450"/>
              <a:gd name="T71" fmla="*/ 708825 h 762635"/>
              <a:gd name="T72" fmla="*/ 104586 w 171450"/>
              <a:gd name="T73" fmla="*/ 648322 h 762635"/>
              <a:gd name="T74" fmla="*/ 105852 w 171450"/>
              <a:gd name="T75" fmla="*/ 0 h 762635"/>
              <a:gd name="T76" fmla="*/ 67752 w 171450"/>
              <a:gd name="T77" fmla="*/ 0 h 762635"/>
              <a:gd name="T78" fmla="*/ 66482 w 171450"/>
              <a:gd name="T79" fmla="*/ 650852 h 762635"/>
              <a:gd name="T80" fmla="*/ 85065 w 171450"/>
              <a:gd name="T81" fmla="*/ 681357 h 762635"/>
              <a:gd name="T82" fmla="*/ 104586 w 171450"/>
              <a:gd name="T83" fmla="*/ 648322 h 762635"/>
              <a:gd name="T84" fmla="*/ 105852 w 171450"/>
              <a:gd name="T85" fmla="*/ 0 h 76263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71450"/>
              <a:gd name="T130" fmla="*/ 0 h 762635"/>
              <a:gd name="T131" fmla="*/ 171450 w 171450"/>
              <a:gd name="T132" fmla="*/ 762635 h 76263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71450" h="762635">
                <a:moveTo>
                  <a:pt x="17966" y="591857"/>
                </a:moveTo>
                <a:lnTo>
                  <a:pt x="4832" y="597025"/>
                </a:lnTo>
                <a:lnTo>
                  <a:pt x="0" y="607717"/>
                </a:lnTo>
                <a:lnTo>
                  <a:pt x="2464" y="619374"/>
                </a:lnTo>
                <a:lnTo>
                  <a:pt x="85278" y="762131"/>
                </a:lnTo>
                <a:lnTo>
                  <a:pt x="107464" y="724280"/>
                </a:lnTo>
                <a:lnTo>
                  <a:pt x="66350" y="724280"/>
                </a:lnTo>
                <a:lnTo>
                  <a:pt x="66482" y="656296"/>
                </a:lnTo>
                <a:lnTo>
                  <a:pt x="28648" y="593670"/>
                </a:lnTo>
                <a:lnTo>
                  <a:pt x="17966" y="591857"/>
                </a:lnTo>
                <a:close/>
              </a:path>
              <a:path w="171450" h="762635">
                <a:moveTo>
                  <a:pt x="66482" y="656296"/>
                </a:moveTo>
                <a:lnTo>
                  <a:pt x="66350" y="724280"/>
                </a:lnTo>
                <a:lnTo>
                  <a:pt x="104450" y="724280"/>
                </a:lnTo>
                <a:lnTo>
                  <a:pt x="104468" y="714755"/>
                </a:lnTo>
                <a:lnTo>
                  <a:pt x="101798" y="714755"/>
                </a:lnTo>
                <a:lnTo>
                  <a:pt x="68910" y="714624"/>
                </a:lnTo>
                <a:lnTo>
                  <a:pt x="85065" y="687057"/>
                </a:lnTo>
                <a:lnTo>
                  <a:pt x="66482" y="656296"/>
                </a:lnTo>
                <a:close/>
              </a:path>
              <a:path w="171450" h="762635">
                <a:moveTo>
                  <a:pt x="156522" y="591584"/>
                </a:moveTo>
                <a:lnTo>
                  <a:pt x="144837" y="592597"/>
                </a:lnTo>
                <a:lnTo>
                  <a:pt x="135814" y="600455"/>
                </a:lnTo>
                <a:lnTo>
                  <a:pt x="104586" y="653744"/>
                </a:lnTo>
                <a:lnTo>
                  <a:pt x="104450" y="724280"/>
                </a:lnTo>
                <a:lnTo>
                  <a:pt x="107464" y="724280"/>
                </a:lnTo>
                <a:lnTo>
                  <a:pt x="168732" y="619755"/>
                </a:lnTo>
                <a:lnTo>
                  <a:pt x="171187" y="611048"/>
                </a:lnTo>
                <a:lnTo>
                  <a:pt x="167666" y="600653"/>
                </a:lnTo>
                <a:lnTo>
                  <a:pt x="156522" y="591584"/>
                </a:lnTo>
                <a:close/>
              </a:path>
              <a:path w="171450" h="762635">
                <a:moveTo>
                  <a:pt x="85065" y="687057"/>
                </a:moveTo>
                <a:lnTo>
                  <a:pt x="68910" y="714624"/>
                </a:lnTo>
                <a:lnTo>
                  <a:pt x="101798" y="714755"/>
                </a:lnTo>
                <a:lnTo>
                  <a:pt x="85065" y="687057"/>
                </a:lnTo>
                <a:close/>
              </a:path>
              <a:path w="171450" h="762635">
                <a:moveTo>
                  <a:pt x="104586" y="653744"/>
                </a:moveTo>
                <a:lnTo>
                  <a:pt x="85065" y="687057"/>
                </a:lnTo>
                <a:lnTo>
                  <a:pt x="101798" y="714755"/>
                </a:lnTo>
                <a:lnTo>
                  <a:pt x="104468" y="714755"/>
                </a:lnTo>
                <a:lnTo>
                  <a:pt x="104586" y="653744"/>
                </a:lnTo>
                <a:close/>
              </a:path>
              <a:path w="171450" h="762635">
                <a:moveTo>
                  <a:pt x="105852" y="0"/>
                </a:moveTo>
                <a:lnTo>
                  <a:pt x="67752" y="0"/>
                </a:lnTo>
                <a:lnTo>
                  <a:pt x="66482" y="656296"/>
                </a:lnTo>
                <a:lnTo>
                  <a:pt x="85065" y="687057"/>
                </a:lnTo>
                <a:lnTo>
                  <a:pt x="104586" y="653744"/>
                </a:lnTo>
                <a:lnTo>
                  <a:pt x="10585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2" name="object 6"/>
          <p:cNvSpPr>
            <a:spLocks noChangeArrowheads="1"/>
          </p:cNvSpPr>
          <p:nvPr/>
        </p:nvSpPr>
        <p:spPr bwMode="auto">
          <a:xfrm>
            <a:off x="6167439" y="1200151"/>
            <a:ext cx="314325" cy="65722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3" name="object 7"/>
          <p:cNvSpPr>
            <a:spLocks noChangeArrowheads="1"/>
          </p:cNvSpPr>
          <p:nvPr/>
        </p:nvSpPr>
        <p:spPr bwMode="auto">
          <a:xfrm>
            <a:off x="6281739" y="1336676"/>
            <a:ext cx="85725" cy="85725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4" name="object 8"/>
          <p:cNvSpPr>
            <a:spLocks/>
          </p:cNvSpPr>
          <p:nvPr/>
        </p:nvSpPr>
        <p:spPr bwMode="auto">
          <a:xfrm>
            <a:off x="6267450" y="1219200"/>
            <a:ext cx="114300" cy="457200"/>
          </a:xfrm>
          <a:custGeom>
            <a:avLst/>
            <a:gdLst>
              <a:gd name="T0" fmla="*/ 38099 w 114300"/>
              <a:gd name="T1" fmla="*/ 342899 h 457200"/>
              <a:gd name="T2" fmla="*/ 0 w 114300"/>
              <a:gd name="T3" fmla="*/ 342899 h 457200"/>
              <a:gd name="T4" fmla="*/ 57149 w 114300"/>
              <a:gd name="T5" fmla="*/ 457199 h 457200"/>
              <a:gd name="T6" fmla="*/ 104774 w 114300"/>
              <a:gd name="T7" fmla="*/ 361949 h 457200"/>
              <a:gd name="T8" fmla="*/ 38099 w 114300"/>
              <a:gd name="T9" fmla="*/ 361949 h 457200"/>
              <a:gd name="T10" fmla="*/ 38099 w 114300"/>
              <a:gd name="T11" fmla="*/ 342899 h 457200"/>
              <a:gd name="T12" fmla="*/ 76199 w 114300"/>
              <a:gd name="T13" fmla="*/ 0 h 457200"/>
              <a:gd name="T14" fmla="*/ 38099 w 114300"/>
              <a:gd name="T15" fmla="*/ 0 h 457200"/>
              <a:gd name="T16" fmla="*/ 38099 w 114300"/>
              <a:gd name="T17" fmla="*/ 361949 h 457200"/>
              <a:gd name="T18" fmla="*/ 76199 w 114300"/>
              <a:gd name="T19" fmla="*/ 361949 h 457200"/>
              <a:gd name="T20" fmla="*/ 76199 w 114300"/>
              <a:gd name="T21" fmla="*/ 0 h 457200"/>
              <a:gd name="T22" fmla="*/ 114299 w 114300"/>
              <a:gd name="T23" fmla="*/ 342899 h 457200"/>
              <a:gd name="T24" fmla="*/ 76199 w 114300"/>
              <a:gd name="T25" fmla="*/ 342899 h 457200"/>
              <a:gd name="T26" fmla="*/ 76199 w 114300"/>
              <a:gd name="T27" fmla="*/ 361949 h 457200"/>
              <a:gd name="T28" fmla="*/ 104774 w 114300"/>
              <a:gd name="T29" fmla="*/ 361949 h 457200"/>
              <a:gd name="T30" fmla="*/ 114299 w 114300"/>
              <a:gd name="T31" fmla="*/ 342899 h 45720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4300"/>
              <a:gd name="T49" fmla="*/ 0 h 457200"/>
              <a:gd name="T50" fmla="*/ 114300 w 114300"/>
              <a:gd name="T51" fmla="*/ 457200 h 45720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4300" h="457200">
                <a:moveTo>
                  <a:pt x="38099" y="342899"/>
                </a:moveTo>
                <a:lnTo>
                  <a:pt x="0" y="342899"/>
                </a:lnTo>
                <a:lnTo>
                  <a:pt x="57149" y="457199"/>
                </a:lnTo>
                <a:lnTo>
                  <a:pt x="104774" y="361949"/>
                </a:lnTo>
                <a:lnTo>
                  <a:pt x="38099" y="361949"/>
                </a:lnTo>
                <a:lnTo>
                  <a:pt x="38099" y="342899"/>
                </a:lnTo>
                <a:close/>
              </a:path>
              <a:path w="114300" h="457200">
                <a:moveTo>
                  <a:pt x="76199" y="0"/>
                </a:moveTo>
                <a:lnTo>
                  <a:pt x="38099" y="0"/>
                </a:lnTo>
                <a:lnTo>
                  <a:pt x="38099" y="361949"/>
                </a:lnTo>
                <a:lnTo>
                  <a:pt x="76199" y="361949"/>
                </a:lnTo>
                <a:lnTo>
                  <a:pt x="76199" y="0"/>
                </a:lnTo>
                <a:close/>
              </a:path>
              <a:path w="114300" h="457200">
                <a:moveTo>
                  <a:pt x="114299" y="342899"/>
                </a:moveTo>
                <a:lnTo>
                  <a:pt x="76199" y="342899"/>
                </a:lnTo>
                <a:lnTo>
                  <a:pt x="76199" y="361949"/>
                </a:lnTo>
                <a:lnTo>
                  <a:pt x="104774" y="361949"/>
                </a:lnTo>
                <a:lnTo>
                  <a:pt x="114299" y="3428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5" name="object 9"/>
          <p:cNvSpPr>
            <a:spLocks noChangeArrowheads="1"/>
          </p:cNvSpPr>
          <p:nvPr/>
        </p:nvSpPr>
        <p:spPr bwMode="auto">
          <a:xfrm>
            <a:off x="6167439" y="2343151"/>
            <a:ext cx="314325" cy="581025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6" name="object 10"/>
          <p:cNvSpPr>
            <a:spLocks noChangeArrowheads="1"/>
          </p:cNvSpPr>
          <p:nvPr/>
        </p:nvSpPr>
        <p:spPr bwMode="auto">
          <a:xfrm>
            <a:off x="6281739" y="2479676"/>
            <a:ext cx="85725" cy="85725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7" name="object 11"/>
          <p:cNvSpPr>
            <a:spLocks/>
          </p:cNvSpPr>
          <p:nvPr/>
        </p:nvSpPr>
        <p:spPr bwMode="auto">
          <a:xfrm>
            <a:off x="6267450" y="2362200"/>
            <a:ext cx="114300" cy="381000"/>
          </a:xfrm>
          <a:custGeom>
            <a:avLst/>
            <a:gdLst>
              <a:gd name="T0" fmla="*/ 38099 w 114300"/>
              <a:gd name="T1" fmla="*/ 266699 h 381000"/>
              <a:gd name="T2" fmla="*/ 0 w 114300"/>
              <a:gd name="T3" fmla="*/ 266699 h 381000"/>
              <a:gd name="T4" fmla="*/ 57149 w 114300"/>
              <a:gd name="T5" fmla="*/ 380999 h 381000"/>
              <a:gd name="T6" fmla="*/ 104774 w 114300"/>
              <a:gd name="T7" fmla="*/ 285749 h 381000"/>
              <a:gd name="T8" fmla="*/ 38099 w 114300"/>
              <a:gd name="T9" fmla="*/ 285749 h 381000"/>
              <a:gd name="T10" fmla="*/ 38099 w 114300"/>
              <a:gd name="T11" fmla="*/ 266699 h 381000"/>
              <a:gd name="T12" fmla="*/ 76199 w 114300"/>
              <a:gd name="T13" fmla="*/ 0 h 381000"/>
              <a:gd name="T14" fmla="*/ 38099 w 114300"/>
              <a:gd name="T15" fmla="*/ 0 h 381000"/>
              <a:gd name="T16" fmla="*/ 38099 w 114300"/>
              <a:gd name="T17" fmla="*/ 285749 h 381000"/>
              <a:gd name="T18" fmla="*/ 76199 w 114300"/>
              <a:gd name="T19" fmla="*/ 285749 h 381000"/>
              <a:gd name="T20" fmla="*/ 76199 w 114300"/>
              <a:gd name="T21" fmla="*/ 0 h 381000"/>
              <a:gd name="T22" fmla="*/ 114299 w 114300"/>
              <a:gd name="T23" fmla="*/ 266699 h 381000"/>
              <a:gd name="T24" fmla="*/ 76199 w 114300"/>
              <a:gd name="T25" fmla="*/ 266699 h 381000"/>
              <a:gd name="T26" fmla="*/ 76199 w 114300"/>
              <a:gd name="T27" fmla="*/ 285749 h 381000"/>
              <a:gd name="T28" fmla="*/ 104774 w 114300"/>
              <a:gd name="T29" fmla="*/ 285749 h 381000"/>
              <a:gd name="T30" fmla="*/ 114299 w 114300"/>
              <a:gd name="T31" fmla="*/ 266699 h 38100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4300"/>
              <a:gd name="T49" fmla="*/ 0 h 381000"/>
              <a:gd name="T50" fmla="*/ 114300 w 114300"/>
              <a:gd name="T51" fmla="*/ 381000 h 38100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4300" h="381000">
                <a:moveTo>
                  <a:pt x="38099" y="266699"/>
                </a:moveTo>
                <a:lnTo>
                  <a:pt x="0" y="266699"/>
                </a:lnTo>
                <a:lnTo>
                  <a:pt x="57149" y="380999"/>
                </a:lnTo>
                <a:lnTo>
                  <a:pt x="104774" y="285749"/>
                </a:lnTo>
                <a:lnTo>
                  <a:pt x="38099" y="285749"/>
                </a:lnTo>
                <a:lnTo>
                  <a:pt x="38099" y="266699"/>
                </a:lnTo>
                <a:close/>
              </a:path>
              <a:path w="114300" h="381000">
                <a:moveTo>
                  <a:pt x="76199" y="0"/>
                </a:moveTo>
                <a:lnTo>
                  <a:pt x="38099" y="0"/>
                </a:lnTo>
                <a:lnTo>
                  <a:pt x="38099" y="285749"/>
                </a:lnTo>
                <a:lnTo>
                  <a:pt x="76199" y="285749"/>
                </a:lnTo>
                <a:lnTo>
                  <a:pt x="76199" y="0"/>
                </a:lnTo>
                <a:close/>
              </a:path>
              <a:path w="114300" h="381000">
                <a:moveTo>
                  <a:pt x="114299" y="266699"/>
                </a:moveTo>
                <a:lnTo>
                  <a:pt x="76199" y="266699"/>
                </a:lnTo>
                <a:lnTo>
                  <a:pt x="76199" y="285749"/>
                </a:lnTo>
                <a:lnTo>
                  <a:pt x="104774" y="285749"/>
                </a:lnTo>
                <a:lnTo>
                  <a:pt x="114299" y="2666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8" name="object 12"/>
          <p:cNvSpPr>
            <a:spLocks noChangeArrowheads="1"/>
          </p:cNvSpPr>
          <p:nvPr/>
        </p:nvSpPr>
        <p:spPr bwMode="auto">
          <a:xfrm>
            <a:off x="4338639" y="4133851"/>
            <a:ext cx="3895725" cy="314325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09" name="object 13"/>
          <p:cNvSpPr>
            <a:spLocks noChangeArrowheads="1"/>
          </p:cNvSpPr>
          <p:nvPr/>
        </p:nvSpPr>
        <p:spPr bwMode="auto">
          <a:xfrm>
            <a:off x="4452939" y="4384676"/>
            <a:ext cx="85725" cy="85725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0" name="object 14"/>
          <p:cNvSpPr>
            <a:spLocks/>
          </p:cNvSpPr>
          <p:nvPr/>
        </p:nvSpPr>
        <p:spPr bwMode="auto">
          <a:xfrm>
            <a:off x="4495800" y="4210050"/>
            <a:ext cx="3581400" cy="114300"/>
          </a:xfrm>
          <a:custGeom>
            <a:avLst/>
            <a:gdLst>
              <a:gd name="T0" fmla="*/ 114299 w 3581400"/>
              <a:gd name="T1" fmla="*/ 0 h 114300"/>
              <a:gd name="T2" fmla="*/ 0 w 3581400"/>
              <a:gd name="T3" fmla="*/ 57149 h 114300"/>
              <a:gd name="T4" fmla="*/ 114299 w 3581400"/>
              <a:gd name="T5" fmla="*/ 114299 h 114300"/>
              <a:gd name="T6" fmla="*/ 114299 w 3581400"/>
              <a:gd name="T7" fmla="*/ 76199 h 114300"/>
              <a:gd name="T8" fmla="*/ 95249 w 3581400"/>
              <a:gd name="T9" fmla="*/ 76199 h 114300"/>
              <a:gd name="T10" fmla="*/ 95249 w 3581400"/>
              <a:gd name="T11" fmla="*/ 38099 h 114300"/>
              <a:gd name="T12" fmla="*/ 114299 w 3581400"/>
              <a:gd name="T13" fmla="*/ 38099 h 114300"/>
              <a:gd name="T14" fmla="*/ 114299 w 3581400"/>
              <a:gd name="T15" fmla="*/ 0 h 114300"/>
              <a:gd name="T16" fmla="*/ 3467098 w 3581400"/>
              <a:gd name="T17" fmla="*/ 0 h 114300"/>
              <a:gd name="T18" fmla="*/ 3467098 w 3581400"/>
              <a:gd name="T19" fmla="*/ 114299 h 114300"/>
              <a:gd name="T20" fmla="*/ 3543298 w 3581400"/>
              <a:gd name="T21" fmla="*/ 76199 h 114300"/>
              <a:gd name="T22" fmla="*/ 3486148 w 3581400"/>
              <a:gd name="T23" fmla="*/ 76199 h 114300"/>
              <a:gd name="T24" fmla="*/ 3486148 w 3581400"/>
              <a:gd name="T25" fmla="*/ 38099 h 114300"/>
              <a:gd name="T26" fmla="*/ 3543298 w 3581400"/>
              <a:gd name="T27" fmla="*/ 38099 h 114300"/>
              <a:gd name="T28" fmla="*/ 3467098 w 3581400"/>
              <a:gd name="T29" fmla="*/ 0 h 114300"/>
              <a:gd name="T30" fmla="*/ 114299 w 3581400"/>
              <a:gd name="T31" fmla="*/ 38099 h 114300"/>
              <a:gd name="T32" fmla="*/ 95249 w 3581400"/>
              <a:gd name="T33" fmla="*/ 38099 h 114300"/>
              <a:gd name="T34" fmla="*/ 95249 w 3581400"/>
              <a:gd name="T35" fmla="*/ 76199 h 114300"/>
              <a:gd name="T36" fmla="*/ 114299 w 3581400"/>
              <a:gd name="T37" fmla="*/ 76199 h 114300"/>
              <a:gd name="T38" fmla="*/ 114299 w 3581400"/>
              <a:gd name="T39" fmla="*/ 38099 h 114300"/>
              <a:gd name="T40" fmla="*/ 3467098 w 3581400"/>
              <a:gd name="T41" fmla="*/ 38099 h 114300"/>
              <a:gd name="T42" fmla="*/ 114299 w 3581400"/>
              <a:gd name="T43" fmla="*/ 38099 h 114300"/>
              <a:gd name="T44" fmla="*/ 114299 w 3581400"/>
              <a:gd name="T45" fmla="*/ 76199 h 114300"/>
              <a:gd name="T46" fmla="*/ 3467098 w 3581400"/>
              <a:gd name="T47" fmla="*/ 76199 h 114300"/>
              <a:gd name="T48" fmla="*/ 3467098 w 3581400"/>
              <a:gd name="T49" fmla="*/ 38099 h 114300"/>
              <a:gd name="T50" fmla="*/ 3543298 w 3581400"/>
              <a:gd name="T51" fmla="*/ 38099 h 114300"/>
              <a:gd name="T52" fmla="*/ 3486148 w 3581400"/>
              <a:gd name="T53" fmla="*/ 38099 h 114300"/>
              <a:gd name="T54" fmla="*/ 3486148 w 3581400"/>
              <a:gd name="T55" fmla="*/ 76199 h 114300"/>
              <a:gd name="T56" fmla="*/ 3543298 w 3581400"/>
              <a:gd name="T57" fmla="*/ 76199 h 114300"/>
              <a:gd name="T58" fmla="*/ 3581398 w 3581400"/>
              <a:gd name="T59" fmla="*/ 57149 h 114300"/>
              <a:gd name="T60" fmla="*/ 3543298 w 3581400"/>
              <a:gd name="T61" fmla="*/ 38099 h 11430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3581400"/>
              <a:gd name="T94" fmla="*/ 0 h 114300"/>
              <a:gd name="T95" fmla="*/ 3581400 w 3581400"/>
              <a:gd name="T96" fmla="*/ 114300 h 11430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3581400" h="114300">
                <a:moveTo>
                  <a:pt x="114299" y="0"/>
                </a:moveTo>
                <a:lnTo>
                  <a:pt x="0" y="57149"/>
                </a:lnTo>
                <a:lnTo>
                  <a:pt x="114299" y="114299"/>
                </a:lnTo>
                <a:lnTo>
                  <a:pt x="114299" y="76199"/>
                </a:lnTo>
                <a:lnTo>
                  <a:pt x="95249" y="76199"/>
                </a:lnTo>
                <a:lnTo>
                  <a:pt x="95249" y="38099"/>
                </a:lnTo>
                <a:lnTo>
                  <a:pt x="114299" y="38099"/>
                </a:lnTo>
                <a:lnTo>
                  <a:pt x="114299" y="0"/>
                </a:lnTo>
                <a:close/>
              </a:path>
              <a:path w="3581400" h="114300">
                <a:moveTo>
                  <a:pt x="3467099" y="0"/>
                </a:moveTo>
                <a:lnTo>
                  <a:pt x="3467099" y="114299"/>
                </a:lnTo>
                <a:lnTo>
                  <a:pt x="3543299" y="76199"/>
                </a:lnTo>
                <a:lnTo>
                  <a:pt x="3486149" y="76199"/>
                </a:lnTo>
                <a:lnTo>
                  <a:pt x="3486149" y="38099"/>
                </a:lnTo>
                <a:lnTo>
                  <a:pt x="3543299" y="38099"/>
                </a:lnTo>
                <a:lnTo>
                  <a:pt x="3467099" y="0"/>
                </a:lnTo>
                <a:close/>
              </a:path>
              <a:path w="3581400" h="114300">
                <a:moveTo>
                  <a:pt x="114299" y="38099"/>
                </a:moveTo>
                <a:lnTo>
                  <a:pt x="95249" y="38099"/>
                </a:lnTo>
                <a:lnTo>
                  <a:pt x="95249" y="76199"/>
                </a:lnTo>
                <a:lnTo>
                  <a:pt x="114299" y="76199"/>
                </a:lnTo>
                <a:lnTo>
                  <a:pt x="114299" y="38099"/>
                </a:lnTo>
                <a:close/>
              </a:path>
              <a:path w="3581400" h="114300">
                <a:moveTo>
                  <a:pt x="3467099" y="38099"/>
                </a:moveTo>
                <a:lnTo>
                  <a:pt x="114299" y="38099"/>
                </a:lnTo>
                <a:lnTo>
                  <a:pt x="114299" y="76199"/>
                </a:lnTo>
                <a:lnTo>
                  <a:pt x="3467099" y="76199"/>
                </a:lnTo>
                <a:lnTo>
                  <a:pt x="3467099" y="38099"/>
                </a:lnTo>
                <a:close/>
              </a:path>
              <a:path w="3581400" h="114300">
                <a:moveTo>
                  <a:pt x="3543299" y="38099"/>
                </a:moveTo>
                <a:lnTo>
                  <a:pt x="3486149" y="38099"/>
                </a:lnTo>
                <a:lnTo>
                  <a:pt x="3486149" y="76199"/>
                </a:lnTo>
                <a:lnTo>
                  <a:pt x="3543299" y="76199"/>
                </a:lnTo>
                <a:lnTo>
                  <a:pt x="3581399" y="57149"/>
                </a:lnTo>
                <a:lnTo>
                  <a:pt x="3543299" y="380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1" name="object 15"/>
          <p:cNvSpPr>
            <a:spLocks/>
          </p:cNvSpPr>
          <p:nvPr/>
        </p:nvSpPr>
        <p:spPr bwMode="auto">
          <a:xfrm>
            <a:off x="4648200" y="514350"/>
            <a:ext cx="4114800" cy="857250"/>
          </a:xfrm>
          <a:custGeom>
            <a:avLst/>
            <a:gdLst>
              <a:gd name="T0" fmla="*/ 6197702 w 3352800"/>
              <a:gd name="T1" fmla="*/ 0 h 857250"/>
              <a:gd name="T2" fmla="*/ 6170018 w 3352800"/>
              <a:gd name="T3" fmla="*/ 38616 h 857250"/>
              <a:gd name="T4" fmla="*/ 6101977 w 3352800"/>
              <a:gd name="T5" fmla="*/ 56903 h 857250"/>
              <a:gd name="T6" fmla="*/ 6092059 w 3352800"/>
              <a:gd name="T7" fmla="*/ 57149 h 857250"/>
              <a:gd name="T8" fmla="*/ 105640 w 3352800"/>
              <a:gd name="T9" fmla="*/ 57149 h 857250"/>
              <a:gd name="T10" fmla="*/ 79068 w 3352800"/>
              <a:gd name="T11" fmla="*/ 58964 h 857250"/>
              <a:gd name="T12" fmla="*/ 17697 w 3352800"/>
              <a:gd name="T13" fmla="*/ 82572 h 857250"/>
              <a:gd name="T14" fmla="*/ 0 w 3352800"/>
              <a:gd name="T15" fmla="*/ 114299 h 857250"/>
              <a:gd name="T16" fmla="*/ 0 w 3352800"/>
              <a:gd name="T17" fmla="*/ 800099 h 857250"/>
              <a:gd name="T18" fmla="*/ 27703 w 3352800"/>
              <a:gd name="T19" fmla="*/ 838716 h 857250"/>
              <a:gd name="T20" fmla="*/ 95733 w 3352800"/>
              <a:gd name="T21" fmla="*/ 857002 h 857250"/>
              <a:gd name="T22" fmla="*/ 124924 w 3352800"/>
              <a:gd name="T23" fmla="*/ 855447 h 857250"/>
              <a:gd name="T24" fmla="*/ 190167 w 3352800"/>
              <a:gd name="T25" fmla="*/ 833954 h 857250"/>
              <a:gd name="T26" fmla="*/ 211284 w 3352800"/>
              <a:gd name="T27" fmla="*/ 800099 h 857250"/>
              <a:gd name="T28" fmla="*/ 211284 w 3352800"/>
              <a:gd name="T29" fmla="*/ 742949 h 857250"/>
              <a:gd name="T30" fmla="*/ 6092059 w 3352800"/>
              <a:gd name="T31" fmla="*/ 742949 h 857250"/>
              <a:gd name="T32" fmla="*/ 6163466 w 3352800"/>
              <a:gd name="T33" fmla="*/ 727962 h 857250"/>
              <a:gd name="T34" fmla="*/ 6197247 w 3352800"/>
              <a:gd name="T35" fmla="*/ 691159 h 857250"/>
              <a:gd name="T36" fmla="*/ 6197591 w 3352800"/>
              <a:gd name="T37" fmla="*/ 171449 h 857250"/>
              <a:gd name="T38" fmla="*/ 105640 w 3352800"/>
              <a:gd name="T39" fmla="*/ 171449 h 857250"/>
              <a:gd name="T40" fmla="*/ 105640 w 3352800"/>
              <a:gd name="T41" fmla="*/ 114299 h 857250"/>
              <a:gd name="T42" fmla="*/ 106373 w 3352800"/>
              <a:gd name="T43" fmla="*/ 109563 h 857250"/>
              <a:gd name="T44" fmla="*/ 116251 w 3352800"/>
              <a:gd name="T45" fmla="*/ 97380 h 857250"/>
              <a:gd name="T46" fmla="*/ 135984 w 3352800"/>
              <a:gd name="T47" fmla="*/ 88933 h 857250"/>
              <a:gd name="T48" fmla="*/ 163424 w 3352800"/>
              <a:gd name="T49" fmla="*/ 85833 h 857250"/>
              <a:gd name="T50" fmla="*/ 6197646 w 3352800"/>
              <a:gd name="T51" fmla="*/ 85833 h 857250"/>
              <a:gd name="T52" fmla="*/ 6197702 w 3352800"/>
              <a:gd name="T53" fmla="*/ 0 h 857250"/>
              <a:gd name="T54" fmla="*/ 6197646 w 3352800"/>
              <a:gd name="T55" fmla="*/ 85833 h 857250"/>
              <a:gd name="T56" fmla="*/ 163424 w 3352800"/>
              <a:gd name="T57" fmla="*/ 85833 h 857250"/>
              <a:gd name="T58" fmla="*/ 187731 w 3352800"/>
              <a:gd name="T59" fmla="*/ 90513 h 857250"/>
              <a:gd name="T60" fmla="*/ 204827 w 3352800"/>
              <a:gd name="T61" fmla="*/ 100617 h 857250"/>
              <a:gd name="T62" fmla="*/ 211284 w 3352800"/>
              <a:gd name="T63" fmla="*/ 114299 h 857250"/>
              <a:gd name="T64" fmla="*/ 210828 w 3352800"/>
              <a:gd name="T65" fmla="*/ 119659 h 857250"/>
              <a:gd name="T66" fmla="*/ 205140 w 3352800"/>
              <a:gd name="T67" fmla="*/ 133595 h 857250"/>
              <a:gd name="T68" fmla="*/ 156312 w 3352800"/>
              <a:gd name="T69" fmla="*/ 164486 h 857250"/>
              <a:gd name="T70" fmla="*/ 105640 w 3352800"/>
              <a:gd name="T71" fmla="*/ 171449 h 857250"/>
              <a:gd name="T72" fmla="*/ 6197591 w 3352800"/>
              <a:gd name="T73" fmla="*/ 171449 h 857250"/>
              <a:gd name="T74" fmla="*/ 6197646 w 3352800"/>
              <a:gd name="T75" fmla="*/ 85833 h 857250"/>
              <a:gd name="T76" fmla="*/ 5986415 w 3352800"/>
              <a:gd name="T77" fmla="*/ 0 h 857250"/>
              <a:gd name="T78" fmla="*/ 5986415 w 3352800"/>
              <a:gd name="T79" fmla="*/ 57149 h 857250"/>
              <a:gd name="T80" fmla="*/ 6092059 w 3352800"/>
              <a:gd name="T81" fmla="*/ 57149 h 857250"/>
              <a:gd name="T82" fmla="*/ 6092059 w 3352800"/>
              <a:gd name="T83" fmla="*/ 28438 h 857250"/>
              <a:gd name="T84" fmla="*/ 6044156 w 3352800"/>
              <a:gd name="T85" fmla="*/ 28438 h 857250"/>
              <a:gd name="T86" fmla="*/ 6016724 w 3352800"/>
              <a:gd name="T87" fmla="*/ 25337 h 857250"/>
              <a:gd name="T88" fmla="*/ 5996997 w 3352800"/>
              <a:gd name="T89" fmla="*/ 16889 h 857250"/>
              <a:gd name="T90" fmla="*/ 5987137 w 3352800"/>
              <a:gd name="T91" fmla="*/ 4698 h 857250"/>
              <a:gd name="T92" fmla="*/ 5986415 w 3352800"/>
              <a:gd name="T93" fmla="*/ 0 h 857250"/>
              <a:gd name="T94" fmla="*/ 6092059 w 3352800"/>
              <a:gd name="T95" fmla="*/ 0 h 857250"/>
              <a:gd name="T96" fmla="*/ 6085595 w 3352800"/>
              <a:gd name="T97" fmla="*/ 13681 h 857250"/>
              <a:gd name="T98" fmla="*/ 6068487 w 3352800"/>
              <a:gd name="T99" fmla="*/ 23773 h 857250"/>
              <a:gd name="T100" fmla="*/ 6044156 w 3352800"/>
              <a:gd name="T101" fmla="*/ 28438 h 857250"/>
              <a:gd name="T102" fmla="*/ 6092059 w 3352800"/>
              <a:gd name="T103" fmla="*/ 28438 h 857250"/>
              <a:gd name="T104" fmla="*/ 6092059 w 3352800"/>
              <a:gd name="T105" fmla="*/ 0 h 857250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3352800"/>
              <a:gd name="T160" fmla="*/ 0 h 857250"/>
              <a:gd name="T161" fmla="*/ 3352800 w 3352800"/>
              <a:gd name="T162" fmla="*/ 857250 h 857250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3352800" h="857250">
                <a:moveTo>
                  <a:pt x="3352799" y="0"/>
                </a:moveTo>
                <a:lnTo>
                  <a:pt x="3337822" y="38616"/>
                </a:lnTo>
                <a:lnTo>
                  <a:pt x="3301014" y="56903"/>
                </a:lnTo>
                <a:lnTo>
                  <a:pt x="3295649" y="57149"/>
                </a:lnTo>
                <a:lnTo>
                  <a:pt x="57149" y="57149"/>
                </a:lnTo>
                <a:lnTo>
                  <a:pt x="42774" y="58964"/>
                </a:lnTo>
                <a:lnTo>
                  <a:pt x="9574" y="82572"/>
                </a:lnTo>
                <a:lnTo>
                  <a:pt x="0" y="114299"/>
                </a:lnTo>
                <a:lnTo>
                  <a:pt x="0" y="800099"/>
                </a:lnTo>
                <a:lnTo>
                  <a:pt x="14987" y="838716"/>
                </a:lnTo>
                <a:lnTo>
                  <a:pt x="51790" y="857002"/>
                </a:lnTo>
                <a:lnTo>
                  <a:pt x="67581" y="855447"/>
                </a:lnTo>
                <a:lnTo>
                  <a:pt x="102875" y="833954"/>
                </a:lnTo>
                <a:lnTo>
                  <a:pt x="114299" y="800099"/>
                </a:lnTo>
                <a:lnTo>
                  <a:pt x="114299" y="742949"/>
                </a:lnTo>
                <a:lnTo>
                  <a:pt x="3295649" y="742949"/>
                </a:lnTo>
                <a:lnTo>
                  <a:pt x="3334278" y="727962"/>
                </a:lnTo>
                <a:lnTo>
                  <a:pt x="3352553" y="691159"/>
                </a:lnTo>
                <a:lnTo>
                  <a:pt x="3352738" y="171449"/>
                </a:lnTo>
                <a:lnTo>
                  <a:pt x="57149" y="171449"/>
                </a:lnTo>
                <a:lnTo>
                  <a:pt x="57149" y="114299"/>
                </a:lnTo>
                <a:lnTo>
                  <a:pt x="57545" y="109563"/>
                </a:lnTo>
                <a:lnTo>
                  <a:pt x="62889" y="97380"/>
                </a:lnTo>
                <a:lnTo>
                  <a:pt x="73564" y="88933"/>
                </a:lnTo>
                <a:lnTo>
                  <a:pt x="88408" y="85833"/>
                </a:lnTo>
                <a:lnTo>
                  <a:pt x="3352769" y="85833"/>
                </a:lnTo>
                <a:lnTo>
                  <a:pt x="3352799" y="0"/>
                </a:lnTo>
                <a:close/>
              </a:path>
              <a:path w="3352800" h="857250">
                <a:moveTo>
                  <a:pt x="3352769" y="85833"/>
                </a:moveTo>
                <a:lnTo>
                  <a:pt x="88408" y="85833"/>
                </a:lnTo>
                <a:lnTo>
                  <a:pt x="101558" y="90513"/>
                </a:lnTo>
                <a:lnTo>
                  <a:pt x="110806" y="100617"/>
                </a:lnTo>
                <a:lnTo>
                  <a:pt x="114299" y="114299"/>
                </a:lnTo>
                <a:lnTo>
                  <a:pt x="114053" y="119659"/>
                </a:lnTo>
                <a:lnTo>
                  <a:pt x="110975" y="133595"/>
                </a:lnTo>
                <a:lnTo>
                  <a:pt x="84561" y="164486"/>
                </a:lnTo>
                <a:lnTo>
                  <a:pt x="57149" y="171449"/>
                </a:lnTo>
                <a:lnTo>
                  <a:pt x="3352738" y="171449"/>
                </a:lnTo>
                <a:lnTo>
                  <a:pt x="3352769" y="85833"/>
                </a:lnTo>
                <a:close/>
              </a:path>
              <a:path w="3352800" h="857250">
                <a:moveTo>
                  <a:pt x="3238499" y="0"/>
                </a:moveTo>
                <a:lnTo>
                  <a:pt x="3238499" y="57149"/>
                </a:lnTo>
                <a:lnTo>
                  <a:pt x="3295649" y="57149"/>
                </a:lnTo>
                <a:lnTo>
                  <a:pt x="3295649" y="28438"/>
                </a:lnTo>
                <a:lnTo>
                  <a:pt x="3269735" y="28438"/>
                </a:lnTo>
                <a:lnTo>
                  <a:pt x="3254894" y="25337"/>
                </a:lnTo>
                <a:lnTo>
                  <a:pt x="3244222" y="16889"/>
                </a:lnTo>
                <a:lnTo>
                  <a:pt x="3238889" y="4698"/>
                </a:lnTo>
                <a:lnTo>
                  <a:pt x="3238499" y="0"/>
                </a:lnTo>
                <a:close/>
              </a:path>
              <a:path w="3352800" h="857250">
                <a:moveTo>
                  <a:pt x="3295649" y="0"/>
                </a:moveTo>
                <a:lnTo>
                  <a:pt x="3292152" y="13681"/>
                </a:lnTo>
                <a:lnTo>
                  <a:pt x="3282896" y="23773"/>
                </a:lnTo>
                <a:lnTo>
                  <a:pt x="3269735" y="28438"/>
                </a:lnTo>
                <a:lnTo>
                  <a:pt x="3295649" y="28438"/>
                </a:lnTo>
                <a:lnTo>
                  <a:pt x="32956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2" name="object 16"/>
          <p:cNvSpPr>
            <a:spLocks/>
          </p:cNvSpPr>
          <p:nvPr/>
        </p:nvSpPr>
        <p:spPr bwMode="auto">
          <a:xfrm>
            <a:off x="4705350" y="457200"/>
            <a:ext cx="3295650" cy="228600"/>
          </a:xfrm>
          <a:custGeom>
            <a:avLst/>
            <a:gdLst>
              <a:gd name="T0" fmla="*/ 31258 w 3295650"/>
              <a:gd name="T1" fmla="*/ 146212 h 227965"/>
              <a:gd name="T2" fmla="*/ 16414 w 3295650"/>
              <a:gd name="T3" fmla="*/ 149399 h 227965"/>
              <a:gd name="T4" fmla="*/ 5739 w 3295650"/>
              <a:gd name="T5" fmla="*/ 158083 h 227965"/>
              <a:gd name="T6" fmla="*/ 395 w 3295650"/>
              <a:gd name="T7" fmla="*/ 170611 h 227965"/>
              <a:gd name="T8" fmla="*/ 0 w 3295650"/>
              <a:gd name="T9" fmla="*/ 175480 h 227965"/>
              <a:gd name="T10" fmla="*/ 0 w 3295650"/>
              <a:gd name="T11" fmla="*/ 234243 h 227965"/>
              <a:gd name="T12" fmla="*/ 38628 w 3295650"/>
              <a:gd name="T13" fmla="*/ 218831 h 227965"/>
              <a:gd name="T14" fmla="*/ 56903 w 3295650"/>
              <a:gd name="T15" fmla="*/ 180992 h 227965"/>
              <a:gd name="T16" fmla="*/ 57149 w 3295650"/>
              <a:gd name="T17" fmla="*/ 175480 h 227965"/>
              <a:gd name="T18" fmla="*/ 53656 w 3295650"/>
              <a:gd name="T19" fmla="*/ 161412 h 227965"/>
              <a:gd name="T20" fmla="*/ 44408 w 3295650"/>
              <a:gd name="T21" fmla="*/ 151024 h 227965"/>
              <a:gd name="T22" fmla="*/ 31258 w 3295650"/>
              <a:gd name="T23" fmla="*/ 146212 h 227965"/>
              <a:gd name="T24" fmla="*/ 3295338 w 3295650"/>
              <a:gd name="T25" fmla="*/ 62787 h 227965"/>
              <a:gd name="T26" fmla="*/ 3238110 w 3295650"/>
              <a:gd name="T27" fmla="*/ 62787 h 227965"/>
              <a:gd name="T28" fmla="*/ 3238498 w 3295650"/>
              <a:gd name="T29" fmla="*/ 116719 h 227965"/>
              <a:gd name="T30" fmla="*/ 3277128 w 3295650"/>
              <a:gd name="T31" fmla="*/ 101308 h 227965"/>
              <a:gd name="T32" fmla="*/ 3295402 w 3295650"/>
              <a:gd name="T33" fmla="*/ 63467 h 227965"/>
              <a:gd name="T34" fmla="*/ 3295338 w 3295650"/>
              <a:gd name="T35" fmla="*/ 62787 h 227965"/>
              <a:gd name="T36" fmla="*/ 3247976 w 3295650"/>
              <a:gd name="T37" fmla="*/ 0 h 227965"/>
              <a:gd name="T38" fmla="*/ 3204276 w 3295650"/>
              <a:gd name="T39" fmla="*/ 12395 h 227965"/>
              <a:gd name="T40" fmla="*/ 3182760 w 3295650"/>
              <a:gd name="T41" fmla="*/ 45000 h 227965"/>
              <a:gd name="T42" fmla="*/ 3181348 w 3295650"/>
              <a:gd name="T43" fmla="*/ 57957 h 227965"/>
              <a:gd name="T44" fmla="*/ 3184844 w 3295650"/>
              <a:gd name="T45" fmla="*/ 72017 h 227965"/>
              <a:gd name="T46" fmla="*/ 3194098 w 3295650"/>
              <a:gd name="T47" fmla="*/ 82392 h 227965"/>
              <a:gd name="T48" fmla="*/ 3207266 w 3295650"/>
              <a:gd name="T49" fmla="*/ 87196 h 227965"/>
              <a:gd name="T50" fmla="*/ 3222104 w 3295650"/>
              <a:gd name="T51" fmla="*/ 84009 h 227965"/>
              <a:gd name="T52" fmla="*/ 3232776 w 3295650"/>
              <a:gd name="T53" fmla="*/ 75322 h 227965"/>
              <a:gd name="T54" fmla="*/ 3238110 w 3295650"/>
              <a:gd name="T55" fmla="*/ 62787 h 227965"/>
              <a:gd name="T56" fmla="*/ 3295338 w 3295650"/>
              <a:gd name="T57" fmla="*/ 62787 h 227965"/>
              <a:gd name="T58" fmla="*/ 3281936 w 3295650"/>
              <a:gd name="T59" fmla="*/ 20676 h 227965"/>
              <a:gd name="T60" fmla="*/ 3260914 w 3295650"/>
              <a:gd name="T61" fmla="*/ 3953 h 227965"/>
              <a:gd name="T62" fmla="*/ 3247976 w 3295650"/>
              <a:gd name="T63" fmla="*/ 0 h 22796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3295650"/>
              <a:gd name="T97" fmla="*/ 0 h 227965"/>
              <a:gd name="T98" fmla="*/ 3295650 w 3295650"/>
              <a:gd name="T99" fmla="*/ 227965 h 22796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3295650" h="227965">
                <a:moveTo>
                  <a:pt x="31258" y="142201"/>
                </a:moveTo>
                <a:lnTo>
                  <a:pt x="16414" y="145300"/>
                </a:lnTo>
                <a:lnTo>
                  <a:pt x="5739" y="153747"/>
                </a:lnTo>
                <a:lnTo>
                  <a:pt x="395" y="165930"/>
                </a:lnTo>
                <a:lnTo>
                  <a:pt x="0" y="170667"/>
                </a:lnTo>
                <a:lnTo>
                  <a:pt x="0" y="227817"/>
                </a:lnTo>
                <a:lnTo>
                  <a:pt x="38628" y="212829"/>
                </a:lnTo>
                <a:lnTo>
                  <a:pt x="56903" y="176027"/>
                </a:lnTo>
                <a:lnTo>
                  <a:pt x="57149" y="170667"/>
                </a:lnTo>
                <a:lnTo>
                  <a:pt x="53656" y="156984"/>
                </a:lnTo>
                <a:lnTo>
                  <a:pt x="44408" y="146881"/>
                </a:lnTo>
                <a:lnTo>
                  <a:pt x="31258" y="142201"/>
                </a:lnTo>
                <a:close/>
              </a:path>
              <a:path w="3295650" h="227965">
                <a:moveTo>
                  <a:pt x="3295338" y="61065"/>
                </a:moveTo>
                <a:lnTo>
                  <a:pt x="3238110" y="61065"/>
                </a:lnTo>
                <a:lnTo>
                  <a:pt x="3238499" y="113517"/>
                </a:lnTo>
                <a:lnTo>
                  <a:pt x="3277128" y="98529"/>
                </a:lnTo>
                <a:lnTo>
                  <a:pt x="3295403" y="61727"/>
                </a:lnTo>
                <a:lnTo>
                  <a:pt x="3295338" y="61065"/>
                </a:lnTo>
                <a:close/>
              </a:path>
              <a:path w="3295650" h="227965">
                <a:moveTo>
                  <a:pt x="3247977" y="0"/>
                </a:moveTo>
                <a:lnTo>
                  <a:pt x="3204276" y="12055"/>
                </a:lnTo>
                <a:lnTo>
                  <a:pt x="3182761" y="43765"/>
                </a:lnTo>
                <a:lnTo>
                  <a:pt x="3181349" y="56367"/>
                </a:lnTo>
                <a:lnTo>
                  <a:pt x="3184844" y="70042"/>
                </a:lnTo>
                <a:lnTo>
                  <a:pt x="3194098" y="80132"/>
                </a:lnTo>
                <a:lnTo>
                  <a:pt x="3207267" y="84803"/>
                </a:lnTo>
                <a:lnTo>
                  <a:pt x="3222105" y="81704"/>
                </a:lnTo>
                <a:lnTo>
                  <a:pt x="3232777" y="73256"/>
                </a:lnTo>
                <a:lnTo>
                  <a:pt x="3238110" y="61065"/>
                </a:lnTo>
                <a:lnTo>
                  <a:pt x="3295338" y="61065"/>
                </a:lnTo>
                <a:lnTo>
                  <a:pt x="3281936" y="20110"/>
                </a:lnTo>
                <a:lnTo>
                  <a:pt x="3260915" y="3843"/>
                </a:lnTo>
                <a:lnTo>
                  <a:pt x="3247977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3" name="object 17"/>
          <p:cNvSpPr>
            <a:spLocks/>
          </p:cNvSpPr>
          <p:nvPr/>
        </p:nvSpPr>
        <p:spPr bwMode="auto">
          <a:xfrm>
            <a:off x="4648200" y="457200"/>
            <a:ext cx="3352800" cy="914400"/>
          </a:xfrm>
          <a:custGeom>
            <a:avLst/>
            <a:gdLst>
              <a:gd name="T0" fmla="*/ 0 w 3352800"/>
              <a:gd name="T1" fmla="*/ 171203 h 914400"/>
              <a:gd name="T2" fmla="*/ 14987 w 3352800"/>
              <a:gd name="T3" fmla="*/ 132575 h 914400"/>
              <a:gd name="T4" fmla="*/ 51790 w 3352800"/>
              <a:gd name="T5" fmla="*/ 114299 h 914400"/>
              <a:gd name="T6" fmla="*/ 57149 w 3352800"/>
              <a:gd name="T7" fmla="*/ 114053 h 914400"/>
              <a:gd name="T8" fmla="*/ 3238498 w 3352800"/>
              <a:gd name="T9" fmla="*/ 114053 h 914400"/>
              <a:gd name="T10" fmla="*/ 3238498 w 3352800"/>
              <a:gd name="T11" fmla="*/ 56903 h 914400"/>
              <a:gd name="T12" fmla="*/ 3253486 w 3352800"/>
              <a:gd name="T13" fmla="*/ 18275 h 914400"/>
              <a:gd name="T14" fmla="*/ 3290290 w 3352800"/>
              <a:gd name="T15" fmla="*/ 0 h 914400"/>
              <a:gd name="T16" fmla="*/ 3306080 w 3352800"/>
              <a:gd name="T17" fmla="*/ 1554 h 914400"/>
              <a:gd name="T18" fmla="*/ 3341374 w 3352800"/>
              <a:gd name="T19" fmla="*/ 23035 h 914400"/>
              <a:gd name="T20" fmla="*/ 3352798 w 3352800"/>
              <a:gd name="T21" fmla="*/ 56903 h 914400"/>
              <a:gd name="T22" fmla="*/ 3352798 w 3352800"/>
              <a:gd name="T23" fmla="*/ 742703 h 914400"/>
              <a:gd name="T24" fmla="*/ 3350984 w 3352800"/>
              <a:gd name="T25" fmla="*/ 757078 h 914400"/>
              <a:gd name="T26" fmla="*/ 3345842 w 3352800"/>
              <a:gd name="T27" fmla="*/ 770101 h 914400"/>
              <a:gd name="T28" fmla="*/ 3314956 w 3352800"/>
              <a:gd name="T29" fmla="*/ 796525 h 914400"/>
              <a:gd name="T30" fmla="*/ 3295648 w 3352800"/>
              <a:gd name="T31" fmla="*/ 799853 h 914400"/>
              <a:gd name="T32" fmla="*/ 114299 w 3352800"/>
              <a:gd name="T33" fmla="*/ 799853 h 914400"/>
              <a:gd name="T34" fmla="*/ 114299 w 3352800"/>
              <a:gd name="T35" fmla="*/ 857003 h 914400"/>
              <a:gd name="T36" fmla="*/ 99322 w 3352800"/>
              <a:gd name="T37" fmla="*/ 895619 h 914400"/>
              <a:gd name="T38" fmla="*/ 62514 w 3352800"/>
              <a:gd name="T39" fmla="*/ 913906 h 914400"/>
              <a:gd name="T40" fmla="*/ 46731 w 3352800"/>
              <a:gd name="T41" fmla="*/ 912350 h 914400"/>
              <a:gd name="T42" fmla="*/ 11434 w 3352800"/>
              <a:gd name="T43" fmla="*/ 890859 h 914400"/>
              <a:gd name="T44" fmla="*/ 0 w 3352800"/>
              <a:gd name="T45" fmla="*/ 857003 h 914400"/>
              <a:gd name="T46" fmla="*/ 0 w 3352800"/>
              <a:gd name="T47" fmla="*/ 171203 h 91440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352800"/>
              <a:gd name="T73" fmla="*/ 0 h 914400"/>
              <a:gd name="T74" fmla="*/ 3352800 w 3352800"/>
              <a:gd name="T75" fmla="*/ 914400 h 91440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352800" h="914400">
                <a:moveTo>
                  <a:pt x="0" y="171203"/>
                </a:moveTo>
                <a:lnTo>
                  <a:pt x="14987" y="132575"/>
                </a:lnTo>
                <a:lnTo>
                  <a:pt x="51790" y="114299"/>
                </a:lnTo>
                <a:lnTo>
                  <a:pt x="57149" y="114053"/>
                </a:lnTo>
                <a:lnTo>
                  <a:pt x="3238499" y="114053"/>
                </a:lnTo>
                <a:lnTo>
                  <a:pt x="3238499" y="56903"/>
                </a:lnTo>
                <a:lnTo>
                  <a:pt x="3253487" y="18275"/>
                </a:lnTo>
                <a:lnTo>
                  <a:pt x="3290290" y="0"/>
                </a:lnTo>
                <a:lnTo>
                  <a:pt x="3306081" y="1554"/>
                </a:lnTo>
                <a:lnTo>
                  <a:pt x="3341375" y="23035"/>
                </a:lnTo>
                <a:lnTo>
                  <a:pt x="3352799" y="56903"/>
                </a:lnTo>
                <a:lnTo>
                  <a:pt x="3352799" y="742703"/>
                </a:lnTo>
                <a:lnTo>
                  <a:pt x="3350985" y="757078"/>
                </a:lnTo>
                <a:lnTo>
                  <a:pt x="3345842" y="770101"/>
                </a:lnTo>
                <a:lnTo>
                  <a:pt x="3314957" y="796525"/>
                </a:lnTo>
                <a:lnTo>
                  <a:pt x="3295649" y="799853"/>
                </a:lnTo>
                <a:lnTo>
                  <a:pt x="114299" y="799853"/>
                </a:lnTo>
                <a:lnTo>
                  <a:pt x="114299" y="857003"/>
                </a:lnTo>
                <a:lnTo>
                  <a:pt x="99322" y="895619"/>
                </a:lnTo>
                <a:lnTo>
                  <a:pt x="62514" y="913906"/>
                </a:lnTo>
                <a:lnTo>
                  <a:pt x="46731" y="912350"/>
                </a:lnTo>
                <a:lnTo>
                  <a:pt x="11434" y="890859"/>
                </a:lnTo>
                <a:lnTo>
                  <a:pt x="0" y="857003"/>
                </a:lnTo>
                <a:lnTo>
                  <a:pt x="0" y="171203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4" name="object 18"/>
          <p:cNvSpPr>
            <a:spLocks/>
          </p:cNvSpPr>
          <p:nvPr/>
        </p:nvSpPr>
        <p:spPr bwMode="auto">
          <a:xfrm>
            <a:off x="7886700" y="519114"/>
            <a:ext cx="114300" cy="52387"/>
          </a:xfrm>
          <a:custGeom>
            <a:avLst/>
            <a:gdLst>
              <a:gd name="T0" fmla="*/ 0 w 114300"/>
              <a:gd name="T1" fmla="*/ 55030 h 52070"/>
              <a:gd name="T2" fmla="*/ 57149 w 114300"/>
              <a:gd name="T3" fmla="*/ 55030 h 52070"/>
              <a:gd name="T4" fmla="*/ 71535 w 114300"/>
              <a:gd name="T5" fmla="*/ 53100 h 52070"/>
              <a:gd name="T6" fmla="*/ 84561 w 114300"/>
              <a:gd name="T7" fmla="*/ 47631 h 52070"/>
              <a:gd name="T8" fmla="*/ 95778 w 114300"/>
              <a:gd name="T9" fmla="*/ 39105 h 52070"/>
              <a:gd name="T10" fmla="*/ 104733 w 114300"/>
              <a:gd name="T11" fmla="*/ 27999 h 52070"/>
              <a:gd name="T12" fmla="*/ 110975 w 114300"/>
              <a:gd name="T13" fmla="*/ 14807 h 52070"/>
              <a:gd name="T14" fmla="*/ 114053 w 114300"/>
              <a:gd name="T15" fmla="*/ 0 h 5207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4300"/>
              <a:gd name="T25" fmla="*/ 0 h 52070"/>
              <a:gd name="T26" fmla="*/ 114300 w 114300"/>
              <a:gd name="T27" fmla="*/ 52070 h 5207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4300" h="52070">
                <a:moveTo>
                  <a:pt x="0" y="51790"/>
                </a:moveTo>
                <a:lnTo>
                  <a:pt x="57149" y="51790"/>
                </a:lnTo>
                <a:lnTo>
                  <a:pt x="71535" y="49973"/>
                </a:lnTo>
                <a:lnTo>
                  <a:pt x="84561" y="44826"/>
                </a:lnTo>
                <a:lnTo>
                  <a:pt x="95778" y="36802"/>
                </a:lnTo>
                <a:lnTo>
                  <a:pt x="104733" y="26354"/>
                </a:lnTo>
                <a:lnTo>
                  <a:pt x="110975" y="13935"/>
                </a:lnTo>
                <a:lnTo>
                  <a:pt x="114053" y="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5" name="object 19"/>
          <p:cNvSpPr>
            <a:spLocks/>
          </p:cNvSpPr>
          <p:nvPr/>
        </p:nvSpPr>
        <p:spPr bwMode="auto">
          <a:xfrm>
            <a:off x="7886700" y="514350"/>
            <a:ext cx="57150" cy="57150"/>
          </a:xfrm>
          <a:custGeom>
            <a:avLst/>
            <a:gdLst>
              <a:gd name="T0" fmla="*/ 57149 w 57150"/>
              <a:gd name="T1" fmla="*/ 57149 h 57150"/>
              <a:gd name="T2" fmla="*/ 57149 w 57150"/>
              <a:gd name="T3" fmla="*/ 0 h 57150"/>
              <a:gd name="T4" fmla="*/ 53652 w 57150"/>
              <a:gd name="T5" fmla="*/ 13681 h 57150"/>
              <a:gd name="T6" fmla="*/ 44396 w 57150"/>
              <a:gd name="T7" fmla="*/ 23773 h 57150"/>
              <a:gd name="T8" fmla="*/ 31235 w 57150"/>
              <a:gd name="T9" fmla="*/ 28438 h 57150"/>
              <a:gd name="T10" fmla="*/ 16394 w 57150"/>
              <a:gd name="T11" fmla="*/ 25337 h 57150"/>
              <a:gd name="T12" fmla="*/ 5722 w 57150"/>
              <a:gd name="T13" fmla="*/ 16889 h 57150"/>
              <a:gd name="T14" fmla="*/ 389 w 57150"/>
              <a:gd name="T15" fmla="*/ 4698 h 57150"/>
              <a:gd name="T16" fmla="*/ 0 w 57150"/>
              <a:gd name="T17" fmla="*/ 0 h 5715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150"/>
              <a:gd name="T28" fmla="*/ 0 h 57150"/>
              <a:gd name="T29" fmla="*/ 57150 w 57150"/>
              <a:gd name="T30" fmla="*/ 57150 h 5715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150" h="57150">
                <a:moveTo>
                  <a:pt x="57149" y="57149"/>
                </a:moveTo>
                <a:lnTo>
                  <a:pt x="57149" y="0"/>
                </a:lnTo>
                <a:lnTo>
                  <a:pt x="53652" y="13681"/>
                </a:lnTo>
                <a:lnTo>
                  <a:pt x="44396" y="23773"/>
                </a:lnTo>
                <a:lnTo>
                  <a:pt x="31235" y="28438"/>
                </a:lnTo>
                <a:lnTo>
                  <a:pt x="16394" y="25337"/>
                </a:lnTo>
                <a:lnTo>
                  <a:pt x="5722" y="16889"/>
                </a:lnTo>
                <a:lnTo>
                  <a:pt x="389" y="4698"/>
                </a:lnTo>
                <a:lnTo>
                  <a:pt x="0" y="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6" name="object 20"/>
          <p:cNvSpPr>
            <a:spLocks/>
          </p:cNvSpPr>
          <p:nvPr/>
        </p:nvSpPr>
        <p:spPr bwMode="auto">
          <a:xfrm>
            <a:off x="4648200" y="600076"/>
            <a:ext cx="114300" cy="85725"/>
          </a:xfrm>
          <a:custGeom>
            <a:avLst/>
            <a:gdLst>
              <a:gd name="T0" fmla="*/ 57149 w 114300"/>
              <a:gd name="T1" fmla="*/ 85614 h 85725"/>
              <a:gd name="T2" fmla="*/ 57149 w 114300"/>
              <a:gd name="T3" fmla="*/ 28464 h 85725"/>
              <a:gd name="T4" fmla="*/ 60641 w 114300"/>
              <a:gd name="T5" fmla="*/ 14788 h 85725"/>
              <a:gd name="T6" fmla="*/ 69886 w 114300"/>
              <a:gd name="T7" fmla="*/ 4686 h 85725"/>
              <a:gd name="T8" fmla="*/ 83043 w 114300"/>
              <a:gd name="T9" fmla="*/ 0 h 85725"/>
              <a:gd name="T10" fmla="*/ 97886 w 114300"/>
              <a:gd name="T11" fmla="*/ 3098 h 85725"/>
              <a:gd name="T12" fmla="*/ 108560 w 114300"/>
              <a:gd name="T13" fmla="*/ 11544 h 85725"/>
              <a:gd name="T14" fmla="*/ 113904 w 114300"/>
              <a:gd name="T15" fmla="*/ 23727 h 85725"/>
              <a:gd name="T16" fmla="*/ 114299 w 114300"/>
              <a:gd name="T17" fmla="*/ 28464 h 85725"/>
              <a:gd name="T18" fmla="*/ 99322 w 114300"/>
              <a:gd name="T19" fmla="*/ 67080 h 85725"/>
              <a:gd name="T20" fmla="*/ 62514 w 114300"/>
              <a:gd name="T21" fmla="*/ 85367 h 85725"/>
              <a:gd name="T22" fmla="*/ 46731 w 114300"/>
              <a:gd name="T23" fmla="*/ 83811 h 85725"/>
              <a:gd name="T24" fmla="*/ 11434 w 114300"/>
              <a:gd name="T25" fmla="*/ 62319 h 85725"/>
              <a:gd name="T26" fmla="*/ 784 w 114300"/>
              <a:gd name="T27" fmla="*/ 37937 h 85725"/>
              <a:gd name="T28" fmla="*/ 0 w 114300"/>
              <a:gd name="T29" fmla="*/ 28464 h 857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4300"/>
              <a:gd name="T46" fmla="*/ 0 h 85725"/>
              <a:gd name="T47" fmla="*/ 114300 w 114300"/>
              <a:gd name="T48" fmla="*/ 85725 h 8572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4300" h="85725">
                <a:moveTo>
                  <a:pt x="57149" y="85614"/>
                </a:moveTo>
                <a:lnTo>
                  <a:pt x="57149" y="28464"/>
                </a:lnTo>
                <a:lnTo>
                  <a:pt x="60641" y="14788"/>
                </a:lnTo>
                <a:lnTo>
                  <a:pt x="69886" y="4686"/>
                </a:lnTo>
                <a:lnTo>
                  <a:pt x="83043" y="0"/>
                </a:lnTo>
                <a:lnTo>
                  <a:pt x="97886" y="3098"/>
                </a:lnTo>
                <a:lnTo>
                  <a:pt x="108560" y="11544"/>
                </a:lnTo>
                <a:lnTo>
                  <a:pt x="113904" y="23727"/>
                </a:lnTo>
                <a:lnTo>
                  <a:pt x="114299" y="28464"/>
                </a:lnTo>
                <a:lnTo>
                  <a:pt x="99322" y="67080"/>
                </a:lnTo>
                <a:lnTo>
                  <a:pt x="62514" y="85367"/>
                </a:lnTo>
                <a:lnTo>
                  <a:pt x="46731" y="83811"/>
                </a:lnTo>
                <a:lnTo>
                  <a:pt x="11434" y="62319"/>
                </a:lnTo>
                <a:lnTo>
                  <a:pt x="784" y="37937"/>
                </a:lnTo>
                <a:lnTo>
                  <a:pt x="0" y="28464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17" name="object 21"/>
          <p:cNvSpPr>
            <a:spLocks/>
          </p:cNvSpPr>
          <p:nvPr/>
        </p:nvSpPr>
        <p:spPr bwMode="auto">
          <a:xfrm>
            <a:off x="4762500" y="628650"/>
            <a:ext cx="0" cy="628650"/>
          </a:xfrm>
          <a:custGeom>
            <a:avLst/>
            <a:gdLst>
              <a:gd name="T0" fmla="*/ 0 h 628650"/>
              <a:gd name="T1" fmla="*/ 628649 h 628650"/>
              <a:gd name="T2" fmla="*/ 0 60000 65536"/>
              <a:gd name="T3" fmla="*/ 0 60000 65536"/>
              <a:gd name="T4" fmla="*/ 0 h 628650"/>
              <a:gd name="T5" fmla="*/ 628650 h 62865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628650">
                <a:moveTo>
                  <a:pt x="0" y="0"/>
                </a:moveTo>
                <a:lnTo>
                  <a:pt x="0" y="628649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657475" y="90489"/>
            <a:ext cx="5772150" cy="1056339"/>
          </a:xfrm>
        </p:spPr>
        <p:txBody>
          <a:bodyPr vert="horz" wrap="square" lIns="0" tIns="74132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6649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000" dirty="0">
                <a:latin typeface="Book Antiqua"/>
                <a:cs typeface="Book Antiqua"/>
              </a:rPr>
              <a:t>BUSINESS</a:t>
            </a:r>
            <a:r>
              <a:rPr sz="2000" spc="-25" dirty="0"/>
              <a:t> </a:t>
            </a:r>
            <a:r>
              <a:rPr sz="2000" dirty="0">
                <a:latin typeface="Book Antiqua"/>
                <a:cs typeface="Book Antiqua"/>
              </a:rPr>
              <a:t>OBJECTIVES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4119" name="object 23"/>
          <p:cNvSpPr>
            <a:spLocks/>
          </p:cNvSpPr>
          <p:nvPr/>
        </p:nvSpPr>
        <p:spPr bwMode="auto">
          <a:xfrm>
            <a:off x="4705350" y="4800600"/>
            <a:ext cx="3295650" cy="228600"/>
          </a:xfrm>
          <a:custGeom>
            <a:avLst/>
            <a:gdLst>
              <a:gd name="T0" fmla="*/ 31246 w 3295650"/>
              <a:gd name="T1" fmla="*/ 146232 h 227964"/>
              <a:gd name="T2" fmla="*/ 16404 w 3295650"/>
              <a:gd name="T3" fmla="*/ 149421 h 227964"/>
              <a:gd name="T4" fmla="*/ 5731 w 3295650"/>
              <a:gd name="T5" fmla="*/ 158108 h 227964"/>
              <a:gd name="T6" fmla="*/ 392 w 3295650"/>
              <a:gd name="T7" fmla="*/ 170638 h 227964"/>
              <a:gd name="T8" fmla="*/ 0 w 3295650"/>
              <a:gd name="T9" fmla="*/ 175487 h 227964"/>
              <a:gd name="T10" fmla="*/ 0 w 3295650"/>
              <a:gd name="T11" fmla="*/ 234253 h 227964"/>
              <a:gd name="T12" fmla="*/ 38628 w 3295650"/>
              <a:gd name="T13" fmla="*/ 218846 h 227964"/>
              <a:gd name="T14" fmla="*/ 56903 w 3295650"/>
              <a:gd name="T15" fmla="*/ 181001 h 227964"/>
              <a:gd name="T16" fmla="*/ 57149 w 3295650"/>
              <a:gd name="T17" fmla="*/ 175487 h 227964"/>
              <a:gd name="T18" fmla="*/ 53654 w 3295650"/>
              <a:gd name="T19" fmla="*/ 161422 h 227964"/>
              <a:gd name="T20" fmla="*/ 44402 w 3295650"/>
              <a:gd name="T21" fmla="*/ 151038 h 227964"/>
              <a:gd name="T22" fmla="*/ 31246 w 3295650"/>
              <a:gd name="T23" fmla="*/ 146232 h 227964"/>
              <a:gd name="T24" fmla="*/ 3295338 w 3295650"/>
              <a:gd name="T25" fmla="*/ 62807 h 227964"/>
              <a:gd name="T26" fmla="*/ 3238106 w 3295650"/>
              <a:gd name="T27" fmla="*/ 62807 h 227964"/>
              <a:gd name="T28" fmla="*/ 3238498 w 3295650"/>
              <a:gd name="T29" fmla="*/ 116723 h 227964"/>
              <a:gd name="T30" fmla="*/ 3277128 w 3295650"/>
              <a:gd name="T31" fmla="*/ 101318 h 227964"/>
              <a:gd name="T32" fmla="*/ 3295402 w 3295650"/>
              <a:gd name="T33" fmla="*/ 63473 h 227964"/>
              <a:gd name="T34" fmla="*/ 3295338 w 3295650"/>
              <a:gd name="T35" fmla="*/ 62807 h 227964"/>
              <a:gd name="T36" fmla="*/ 3247978 w 3295650"/>
              <a:gd name="T37" fmla="*/ 0 h 227964"/>
              <a:gd name="T38" fmla="*/ 3204276 w 3295650"/>
              <a:gd name="T39" fmla="*/ 12399 h 227964"/>
              <a:gd name="T40" fmla="*/ 3182760 w 3295650"/>
              <a:gd name="T41" fmla="*/ 45003 h 227964"/>
              <a:gd name="T42" fmla="*/ 3181348 w 3295650"/>
              <a:gd name="T43" fmla="*/ 57958 h 227964"/>
              <a:gd name="T44" fmla="*/ 3184842 w 3295650"/>
              <a:gd name="T45" fmla="*/ 72018 h 227964"/>
              <a:gd name="T46" fmla="*/ 3194092 w 3295650"/>
              <a:gd name="T47" fmla="*/ 82400 h 227964"/>
              <a:gd name="T48" fmla="*/ 3207254 w 3295650"/>
              <a:gd name="T49" fmla="*/ 87213 h 227964"/>
              <a:gd name="T50" fmla="*/ 3222094 w 3295650"/>
              <a:gd name="T51" fmla="*/ 84025 h 227964"/>
              <a:gd name="T52" fmla="*/ 3232768 w 3295650"/>
              <a:gd name="T53" fmla="*/ 75337 h 227964"/>
              <a:gd name="T54" fmla="*/ 3238106 w 3295650"/>
              <a:gd name="T55" fmla="*/ 62807 h 227964"/>
              <a:gd name="T56" fmla="*/ 3295338 w 3295650"/>
              <a:gd name="T57" fmla="*/ 62807 h 227964"/>
              <a:gd name="T58" fmla="*/ 3281936 w 3295650"/>
              <a:gd name="T59" fmla="*/ 20685 h 227964"/>
              <a:gd name="T60" fmla="*/ 3260916 w 3295650"/>
              <a:gd name="T61" fmla="*/ 3955 h 227964"/>
              <a:gd name="T62" fmla="*/ 3247978 w 3295650"/>
              <a:gd name="T63" fmla="*/ 0 h 22796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3295650"/>
              <a:gd name="T97" fmla="*/ 0 h 227964"/>
              <a:gd name="T98" fmla="*/ 3295650 w 3295650"/>
              <a:gd name="T99" fmla="*/ 227964 h 227964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3295650" h="227964">
                <a:moveTo>
                  <a:pt x="31246" y="142214"/>
                </a:moveTo>
                <a:lnTo>
                  <a:pt x="16404" y="145315"/>
                </a:lnTo>
                <a:lnTo>
                  <a:pt x="5731" y="153764"/>
                </a:lnTo>
                <a:lnTo>
                  <a:pt x="392" y="165950"/>
                </a:lnTo>
                <a:lnTo>
                  <a:pt x="0" y="170666"/>
                </a:lnTo>
                <a:lnTo>
                  <a:pt x="0" y="227816"/>
                </a:lnTo>
                <a:lnTo>
                  <a:pt x="38628" y="212834"/>
                </a:lnTo>
                <a:lnTo>
                  <a:pt x="56903" y="176028"/>
                </a:lnTo>
                <a:lnTo>
                  <a:pt x="57149" y="170666"/>
                </a:lnTo>
                <a:lnTo>
                  <a:pt x="53654" y="156987"/>
                </a:lnTo>
                <a:lnTo>
                  <a:pt x="44402" y="146888"/>
                </a:lnTo>
                <a:lnTo>
                  <a:pt x="31246" y="142214"/>
                </a:lnTo>
                <a:close/>
              </a:path>
              <a:path w="3295650" h="227964">
                <a:moveTo>
                  <a:pt x="3295339" y="61082"/>
                </a:moveTo>
                <a:lnTo>
                  <a:pt x="3238107" y="61082"/>
                </a:lnTo>
                <a:lnTo>
                  <a:pt x="3238499" y="113516"/>
                </a:lnTo>
                <a:lnTo>
                  <a:pt x="3277128" y="98534"/>
                </a:lnTo>
                <a:lnTo>
                  <a:pt x="3295403" y="61728"/>
                </a:lnTo>
                <a:lnTo>
                  <a:pt x="3295339" y="61082"/>
                </a:lnTo>
                <a:close/>
              </a:path>
              <a:path w="3295650" h="227964">
                <a:moveTo>
                  <a:pt x="3247979" y="0"/>
                </a:moveTo>
                <a:lnTo>
                  <a:pt x="3204276" y="12059"/>
                </a:lnTo>
                <a:lnTo>
                  <a:pt x="3182761" y="43767"/>
                </a:lnTo>
                <a:lnTo>
                  <a:pt x="3181349" y="56366"/>
                </a:lnTo>
                <a:lnTo>
                  <a:pt x="3184842" y="70039"/>
                </a:lnTo>
                <a:lnTo>
                  <a:pt x="3194092" y="80136"/>
                </a:lnTo>
                <a:lnTo>
                  <a:pt x="3207255" y="84816"/>
                </a:lnTo>
                <a:lnTo>
                  <a:pt x="3222095" y="81716"/>
                </a:lnTo>
                <a:lnTo>
                  <a:pt x="3232769" y="73267"/>
                </a:lnTo>
                <a:lnTo>
                  <a:pt x="3238107" y="61082"/>
                </a:lnTo>
                <a:lnTo>
                  <a:pt x="3295339" y="61082"/>
                </a:lnTo>
                <a:lnTo>
                  <a:pt x="3281936" y="20117"/>
                </a:lnTo>
                <a:lnTo>
                  <a:pt x="3260917" y="3845"/>
                </a:lnTo>
                <a:lnTo>
                  <a:pt x="3247979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0" name="object 24"/>
          <p:cNvSpPr>
            <a:spLocks/>
          </p:cNvSpPr>
          <p:nvPr/>
        </p:nvSpPr>
        <p:spPr bwMode="auto">
          <a:xfrm>
            <a:off x="4648200" y="4800600"/>
            <a:ext cx="3352800" cy="914400"/>
          </a:xfrm>
          <a:custGeom>
            <a:avLst/>
            <a:gdLst>
              <a:gd name="T0" fmla="*/ 0 w 3352800"/>
              <a:gd name="T1" fmla="*/ 171203 h 914400"/>
              <a:gd name="T2" fmla="*/ 14987 w 3352800"/>
              <a:gd name="T3" fmla="*/ 132580 h 914400"/>
              <a:gd name="T4" fmla="*/ 51790 w 3352800"/>
              <a:gd name="T5" fmla="*/ 114299 h 914400"/>
              <a:gd name="T6" fmla="*/ 57149 w 3352800"/>
              <a:gd name="T7" fmla="*/ 114053 h 914400"/>
              <a:gd name="T8" fmla="*/ 3238498 w 3352800"/>
              <a:gd name="T9" fmla="*/ 114053 h 914400"/>
              <a:gd name="T10" fmla="*/ 3238498 w 3352800"/>
              <a:gd name="T11" fmla="*/ 56903 h 914400"/>
              <a:gd name="T12" fmla="*/ 3253486 w 3352800"/>
              <a:gd name="T13" fmla="*/ 18281 h 914400"/>
              <a:gd name="T14" fmla="*/ 3290290 w 3352800"/>
              <a:gd name="T15" fmla="*/ 0 h 914400"/>
              <a:gd name="T16" fmla="*/ 3306080 w 3352800"/>
              <a:gd name="T17" fmla="*/ 1554 h 914400"/>
              <a:gd name="T18" fmla="*/ 3341374 w 3352800"/>
              <a:gd name="T19" fmla="*/ 23042 h 914400"/>
              <a:gd name="T20" fmla="*/ 3352798 w 3352800"/>
              <a:gd name="T21" fmla="*/ 56903 h 914400"/>
              <a:gd name="T22" fmla="*/ 3352798 w 3352800"/>
              <a:gd name="T23" fmla="*/ 742703 h 914400"/>
              <a:gd name="T24" fmla="*/ 3350984 w 3352800"/>
              <a:gd name="T25" fmla="*/ 757083 h 914400"/>
              <a:gd name="T26" fmla="*/ 3345842 w 3352800"/>
              <a:gd name="T27" fmla="*/ 770108 h 914400"/>
              <a:gd name="T28" fmla="*/ 3314956 w 3352800"/>
              <a:gd name="T29" fmla="*/ 796526 h 914400"/>
              <a:gd name="T30" fmla="*/ 3295648 w 3352800"/>
              <a:gd name="T31" fmla="*/ 799853 h 914400"/>
              <a:gd name="T32" fmla="*/ 114299 w 3352800"/>
              <a:gd name="T33" fmla="*/ 799853 h 914400"/>
              <a:gd name="T34" fmla="*/ 114299 w 3352800"/>
              <a:gd name="T35" fmla="*/ 857003 h 914400"/>
              <a:gd name="T36" fmla="*/ 99322 w 3352800"/>
              <a:gd name="T37" fmla="*/ 895601 h 914400"/>
              <a:gd name="T38" fmla="*/ 62514 w 3352800"/>
              <a:gd name="T39" fmla="*/ 913905 h 914400"/>
              <a:gd name="T40" fmla="*/ 46731 w 3352800"/>
              <a:gd name="T41" fmla="*/ 912347 h 914400"/>
              <a:gd name="T42" fmla="*/ 11434 w 3352800"/>
              <a:gd name="T43" fmla="*/ 890839 h 914400"/>
              <a:gd name="T44" fmla="*/ 0 w 3352800"/>
              <a:gd name="T45" fmla="*/ 857003 h 914400"/>
              <a:gd name="T46" fmla="*/ 0 w 3352800"/>
              <a:gd name="T47" fmla="*/ 171203 h 91440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352800"/>
              <a:gd name="T73" fmla="*/ 0 h 914400"/>
              <a:gd name="T74" fmla="*/ 3352800 w 3352800"/>
              <a:gd name="T75" fmla="*/ 914400 h 91440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352800" h="914400">
                <a:moveTo>
                  <a:pt x="0" y="171203"/>
                </a:moveTo>
                <a:lnTo>
                  <a:pt x="14987" y="132580"/>
                </a:lnTo>
                <a:lnTo>
                  <a:pt x="51790" y="114299"/>
                </a:lnTo>
                <a:lnTo>
                  <a:pt x="57149" y="114053"/>
                </a:lnTo>
                <a:lnTo>
                  <a:pt x="3238499" y="114053"/>
                </a:lnTo>
                <a:lnTo>
                  <a:pt x="3238499" y="56903"/>
                </a:lnTo>
                <a:lnTo>
                  <a:pt x="3253487" y="18281"/>
                </a:lnTo>
                <a:lnTo>
                  <a:pt x="3290290" y="0"/>
                </a:lnTo>
                <a:lnTo>
                  <a:pt x="3306081" y="1554"/>
                </a:lnTo>
                <a:lnTo>
                  <a:pt x="3341375" y="23042"/>
                </a:lnTo>
                <a:lnTo>
                  <a:pt x="3352799" y="56903"/>
                </a:lnTo>
                <a:lnTo>
                  <a:pt x="3352799" y="742703"/>
                </a:lnTo>
                <a:lnTo>
                  <a:pt x="3350985" y="757083"/>
                </a:lnTo>
                <a:lnTo>
                  <a:pt x="3345842" y="770108"/>
                </a:lnTo>
                <a:lnTo>
                  <a:pt x="3314957" y="796526"/>
                </a:lnTo>
                <a:lnTo>
                  <a:pt x="3295649" y="799853"/>
                </a:lnTo>
                <a:lnTo>
                  <a:pt x="114299" y="799853"/>
                </a:lnTo>
                <a:lnTo>
                  <a:pt x="114299" y="857003"/>
                </a:lnTo>
                <a:lnTo>
                  <a:pt x="99322" y="895601"/>
                </a:lnTo>
                <a:lnTo>
                  <a:pt x="62514" y="913905"/>
                </a:lnTo>
                <a:lnTo>
                  <a:pt x="46731" y="912347"/>
                </a:lnTo>
                <a:lnTo>
                  <a:pt x="11434" y="890839"/>
                </a:lnTo>
                <a:lnTo>
                  <a:pt x="0" y="857003"/>
                </a:lnTo>
                <a:lnTo>
                  <a:pt x="0" y="171203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1" name="object 25"/>
          <p:cNvSpPr>
            <a:spLocks/>
          </p:cNvSpPr>
          <p:nvPr/>
        </p:nvSpPr>
        <p:spPr bwMode="auto">
          <a:xfrm>
            <a:off x="7886700" y="4862514"/>
            <a:ext cx="114300" cy="52387"/>
          </a:xfrm>
          <a:custGeom>
            <a:avLst/>
            <a:gdLst>
              <a:gd name="T0" fmla="*/ 0 w 114300"/>
              <a:gd name="T1" fmla="*/ 55027 h 52070"/>
              <a:gd name="T2" fmla="*/ 57149 w 114300"/>
              <a:gd name="T3" fmla="*/ 55027 h 52070"/>
              <a:gd name="T4" fmla="*/ 71535 w 114300"/>
              <a:gd name="T5" fmla="*/ 53099 h 52070"/>
              <a:gd name="T6" fmla="*/ 84561 w 114300"/>
              <a:gd name="T7" fmla="*/ 47632 h 52070"/>
              <a:gd name="T8" fmla="*/ 95778 w 114300"/>
              <a:gd name="T9" fmla="*/ 39108 h 52070"/>
              <a:gd name="T10" fmla="*/ 104733 w 114300"/>
              <a:gd name="T11" fmla="*/ 28003 h 52070"/>
              <a:gd name="T12" fmla="*/ 110975 w 114300"/>
              <a:gd name="T13" fmla="*/ 14811 h 52070"/>
              <a:gd name="T14" fmla="*/ 114053 w 114300"/>
              <a:gd name="T15" fmla="*/ 0 h 5207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4300"/>
              <a:gd name="T25" fmla="*/ 0 h 52070"/>
              <a:gd name="T26" fmla="*/ 114300 w 114300"/>
              <a:gd name="T27" fmla="*/ 52070 h 5207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4300" h="52070">
                <a:moveTo>
                  <a:pt x="0" y="51787"/>
                </a:moveTo>
                <a:lnTo>
                  <a:pt x="57149" y="51787"/>
                </a:lnTo>
                <a:lnTo>
                  <a:pt x="71535" y="49972"/>
                </a:lnTo>
                <a:lnTo>
                  <a:pt x="84561" y="44827"/>
                </a:lnTo>
                <a:lnTo>
                  <a:pt x="95778" y="36805"/>
                </a:lnTo>
                <a:lnTo>
                  <a:pt x="104733" y="26358"/>
                </a:lnTo>
                <a:lnTo>
                  <a:pt x="110975" y="13939"/>
                </a:lnTo>
                <a:lnTo>
                  <a:pt x="114053" y="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2" name="object 26"/>
          <p:cNvSpPr>
            <a:spLocks/>
          </p:cNvSpPr>
          <p:nvPr/>
        </p:nvSpPr>
        <p:spPr bwMode="auto">
          <a:xfrm>
            <a:off x="7886700" y="4857750"/>
            <a:ext cx="57150" cy="57150"/>
          </a:xfrm>
          <a:custGeom>
            <a:avLst/>
            <a:gdLst>
              <a:gd name="T0" fmla="*/ 57149 w 57150"/>
              <a:gd name="T1" fmla="*/ 57149 h 57150"/>
              <a:gd name="T2" fmla="*/ 57149 w 57150"/>
              <a:gd name="T3" fmla="*/ 0 h 57150"/>
              <a:gd name="T4" fmla="*/ 53654 w 57150"/>
              <a:gd name="T5" fmla="*/ 13679 h 57150"/>
              <a:gd name="T6" fmla="*/ 44402 w 57150"/>
              <a:gd name="T7" fmla="*/ 23778 h 57150"/>
              <a:gd name="T8" fmla="*/ 31246 w 57150"/>
              <a:gd name="T9" fmla="*/ 28452 h 57150"/>
              <a:gd name="T10" fmla="*/ 16404 w 57150"/>
              <a:gd name="T11" fmla="*/ 25350 h 57150"/>
              <a:gd name="T12" fmla="*/ 5731 w 57150"/>
              <a:gd name="T13" fmla="*/ 16901 h 57150"/>
              <a:gd name="T14" fmla="*/ 392 w 57150"/>
              <a:gd name="T15" fmla="*/ 4716 h 57150"/>
              <a:gd name="T16" fmla="*/ 0 w 57150"/>
              <a:gd name="T17" fmla="*/ 0 h 5715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150"/>
              <a:gd name="T28" fmla="*/ 0 h 57150"/>
              <a:gd name="T29" fmla="*/ 57150 w 57150"/>
              <a:gd name="T30" fmla="*/ 57150 h 5715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150" h="57150">
                <a:moveTo>
                  <a:pt x="57149" y="57149"/>
                </a:moveTo>
                <a:lnTo>
                  <a:pt x="57149" y="0"/>
                </a:lnTo>
                <a:lnTo>
                  <a:pt x="53654" y="13679"/>
                </a:lnTo>
                <a:lnTo>
                  <a:pt x="44402" y="23778"/>
                </a:lnTo>
                <a:lnTo>
                  <a:pt x="31246" y="28452"/>
                </a:lnTo>
                <a:lnTo>
                  <a:pt x="16404" y="25350"/>
                </a:lnTo>
                <a:lnTo>
                  <a:pt x="5731" y="16901"/>
                </a:lnTo>
                <a:lnTo>
                  <a:pt x="392" y="4716"/>
                </a:lnTo>
                <a:lnTo>
                  <a:pt x="0" y="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3" name="object 27"/>
          <p:cNvSpPr>
            <a:spLocks/>
          </p:cNvSpPr>
          <p:nvPr/>
        </p:nvSpPr>
        <p:spPr bwMode="auto">
          <a:xfrm>
            <a:off x="4648200" y="4943476"/>
            <a:ext cx="114300" cy="85725"/>
          </a:xfrm>
          <a:custGeom>
            <a:avLst/>
            <a:gdLst>
              <a:gd name="T0" fmla="*/ 57149 w 114300"/>
              <a:gd name="T1" fmla="*/ 85599 h 85725"/>
              <a:gd name="T2" fmla="*/ 57149 w 114300"/>
              <a:gd name="T3" fmla="*/ 28449 h 85725"/>
              <a:gd name="T4" fmla="*/ 60642 w 114300"/>
              <a:gd name="T5" fmla="*/ 14776 h 85725"/>
              <a:gd name="T6" fmla="*/ 69892 w 114300"/>
              <a:gd name="T7" fmla="*/ 4679 h 85725"/>
              <a:gd name="T8" fmla="*/ 83055 w 114300"/>
              <a:gd name="T9" fmla="*/ 0 h 85725"/>
              <a:gd name="T10" fmla="*/ 97896 w 114300"/>
              <a:gd name="T11" fmla="*/ 3099 h 85725"/>
              <a:gd name="T12" fmla="*/ 108569 w 114300"/>
              <a:gd name="T13" fmla="*/ 11548 h 85725"/>
              <a:gd name="T14" fmla="*/ 113907 w 114300"/>
              <a:gd name="T15" fmla="*/ 23734 h 85725"/>
              <a:gd name="T16" fmla="*/ 114299 w 114300"/>
              <a:gd name="T17" fmla="*/ 28449 h 85725"/>
              <a:gd name="T18" fmla="*/ 99322 w 114300"/>
              <a:gd name="T19" fmla="*/ 67072 h 85725"/>
              <a:gd name="T20" fmla="*/ 62514 w 114300"/>
              <a:gd name="T21" fmla="*/ 85353 h 85725"/>
              <a:gd name="T22" fmla="*/ 46731 w 114300"/>
              <a:gd name="T23" fmla="*/ 83798 h 85725"/>
              <a:gd name="T24" fmla="*/ 11434 w 114300"/>
              <a:gd name="T25" fmla="*/ 62312 h 85725"/>
              <a:gd name="T26" fmla="*/ 784 w 114300"/>
              <a:gd name="T27" fmla="*/ 37927 h 85725"/>
              <a:gd name="T28" fmla="*/ 0 w 114300"/>
              <a:gd name="T29" fmla="*/ 28449 h 857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4300"/>
              <a:gd name="T46" fmla="*/ 0 h 85725"/>
              <a:gd name="T47" fmla="*/ 114300 w 114300"/>
              <a:gd name="T48" fmla="*/ 85725 h 8572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4300" h="85725">
                <a:moveTo>
                  <a:pt x="57149" y="85599"/>
                </a:moveTo>
                <a:lnTo>
                  <a:pt x="57149" y="28449"/>
                </a:lnTo>
                <a:lnTo>
                  <a:pt x="60642" y="14776"/>
                </a:lnTo>
                <a:lnTo>
                  <a:pt x="69892" y="4679"/>
                </a:lnTo>
                <a:lnTo>
                  <a:pt x="83055" y="0"/>
                </a:lnTo>
                <a:lnTo>
                  <a:pt x="97896" y="3099"/>
                </a:lnTo>
                <a:lnTo>
                  <a:pt x="108569" y="11548"/>
                </a:lnTo>
                <a:lnTo>
                  <a:pt x="113907" y="23734"/>
                </a:lnTo>
                <a:lnTo>
                  <a:pt x="114299" y="28449"/>
                </a:lnTo>
                <a:lnTo>
                  <a:pt x="99322" y="67072"/>
                </a:lnTo>
                <a:lnTo>
                  <a:pt x="62514" y="85353"/>
                </a:lnTo>
                <a:lnTo>
                  <a:pt x="46731" y="83798"/>
                </a:lnTo>
                <a:lnTo>
                  <a:pt x="11434" y="62312"/>
                </a:lnTo>
                <a:lnTo>
                  <a:pt x="784" y="37927"/>
                </a:lnTo>
                <a:lnTo>
                  <a:pt x="0" y="28449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4" name="object 28"/>
          <p:cNvSpPr>
            <a:spLocks/>
          </p:cNvSpPr>
          <p:nvPr/>
        </p:nvSpPr>
        <p:spPr bwMode="auto">
          <a:xfrm>
            <a:off x="4762500" y="4972050"/>
            <a:ext cx="0" cy="628650"/>
          </a:xfrm>
          <a:custGeom>
            <a:avLst/>
            <a:gdLst>
              <a:gd name="T0" fmla="*/ 0 h 628650"/>
              <a:gd name="T1" fmla="*/ 628649 h 628650"/>
              <a:gd name="T2" fmla="*/ 0 60000 65536"/>
              <a:gd name="T3" fmla="*/ 0 60000 65536"/>
              <a:gd name="T4" fmla="*/ 0 h 628650"/>
              <a:gd name="T5" fmla="*/ 628650 h 62865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628650">
                <a:moveTo>
                  <a:pt x="0" y="0"/>
                </a:moveTo>
                <a:lnTo>
                  <a:pt x="0" y="628649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5" name="object 29"/>
          <p:cNvSpPr>
            <a:spLocks/>
          </p:cNvSpPr>
          <p:nvPr/>
        </p:nvSpPr>
        <p:spPr bwMode="auto">
          <a:xfrm>
            <a:off x="5029200" y="1676400"/>
            <a:ext cx="2667000" cy="762000"/>
          </a:xfrm>
          <a:custGeom>
            <a:avLst/>
            <a:gdLst>
              <a:gd name="T0" fmla="*/ 2539988 w 2667000"/>
              <a:gd name="T1" fmla="*/ 0 h 762000"/>
              <a:gd name="T2" fmla="*/ 127010 w 2667000"/>
              <a:gd name="T3" fmla="*/ 0 h 762000"/>
              <a:gd name="T4" fmla="*/ 0 w 2667000"/>
              <a:gd name="T5" fmla="*/ 127010 h 762000"/>
              <a:gd name="T6" fmla="*/ 0 w 2667000"/>
              <a:gd name="T7" fmla="*/ 761999 h 762000"/>
              <a:gd name="T8" fmla="*/ 2666998 w 2667000"/>
              <a:gd name="T9" fmla="*/ 761999 h 762000"/>
              <a:gd name="T10" fmla="*/ 2666998 w 2667000"/>
              <a:gd name="T11" fmla="*/ 127010 h 762000"/>
              <a:gd name="T12" fmla="*/ 2539988 w 2667000"/>
              <a:gd name="T13" fmla="*/ 0 h 762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67000"/>
              <a:gd name="T22" fmla="*/ 0 h 762000"/>
              <a:gd name="T23" fmla="*/ 2667000 w 2667000"/>
              <a:gd name="T24" fmla="*/ 762000 h 7620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67000" h="762000">
                <a:moveTo>
                  <a:pt x="2539989" y="0"/>
                </a:moveTo>
                <a:lnTo>
                  <a:pt x="127010" y="0"/>
                </a:lnTo>
                <a:lnTo>
                  <a:pt x="0" y="127010"/>
                </a:lnTo>
                <a:lnTo>
                  <a:pt x="0" y="761999"/>
                </a:lnTo>
                <a:lnTo>
                  <a:pt x="2666999" y="761999"/>
                </a:lnTo>
                <a:lnTo>
                  <a:pt x="2666999" y="127010"/>
                </a:lnTo>
                <a:lnTo>
                  <a:pt x="2539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6" name="object 30"/>
          <p:cNvSpPr>
            <a:spLocks/>
          </p:cNvSpPr>
          <p:nvPr/>
        </p:nvSpPr>
        <p:spPr bwMode="auto">
          <a:xfrm>
            <a:off x="5029200" y="1676400"/>
            <a:ext cx="2667000" cy="762000"/>
          </a:xfrm>
          <a:custGeom>
            <a:avLst/>
            <a:gdLst>
              <a:gd name="T0" fmla="*/ 127010 w 2667000"/>
              <a:gd name="T1" fmla="*/ 0 h 762000"/>
              <a:gd name="T2" fmla="*/ 2539988 w 2667000"/>
              <a:gd name="T3" fmla="*/ 0 h 762000"/>
              <a:gd name="T4" fmla="*/ 2666998 w 2667000"/>
              <a:gd name="T5" fmla="*/ 127010 h 762000"/>
              <a:gd name="T6" fmla="*/ 2666998 w 2667000"/>
              <a:gd name="T7" fmla="*/ 761999 h 762000"/>
              <a:gd name="T8" fmla="*/ 0 w 2667000"/>
              <a:gd name="T9" fmla="*/ 761999 h 762000"/>
              <a:gd name="T10" fmla="*/ 0 w 2667000"/>
              <a:gd name="T11" fmla="*/ 127010 h 762000"/>
              <a:gd name="T12" fmla="*/ 127010 w 2667000"/>
              <a:gd name="T13" fmla="*/ 0 h 762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67000"/>
              <a:gd name="T22" fmla="*/ 0 h 762000"/>
              <a:gd name="T23" fmla="*/ 2667000 w 2667000"/>
              <a:gd name="T24" fmla="*/ 762000 h 7620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67000" h="762000">
                <a:moveTo>
                  <a:pt x="127010" y="0"/>
                </a:moveTo>
                <a:lnTo>
                  <a:pt x="2539989" y="0"/>
                </a:lnTo>
                <a:lnTo>
                  <a:pt x="2666999" y="127010"/>
                </a:lnTo>
                <a:lnTo>
                  <a:pt x="2666999" y="761999"/>
                </a:lnTo>
                <a:lnTo>
                  <a:pt x="0" y="761999"/>
                </a:lnTo>
                <a:lnTo>
                  <a:pt x="0" y="127010"/>
                </a:lnTo>
                <a:lnTo>
                  <a:pt x="127010" y="0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7" name="object 31"/>
          <p:cNvSpPr>
            <a:spLocks/>
          </p:cNvSpPr>
          <p:nvPr/>
        </p:nvSpPr>
        <p:spPr bwMode="auto">
          <a:xfrm>
            <a:off x="2133600" y="3962400"/>
            <a:ext cx="2362200" cy="609600"/>
          </a:xfrm>
          <a:custGeom>
            <a:avLst/>
            <a:gdLst>
              <a:gd name="T0" fmla="*/ 2260604 w 2362200"/>
              <a:gd name="T1" fmla="*/ 0 h 609600"/>
              <a:gd name="T2" fmla="*/ 0 w 2362200"/>
              <a:gd name="T3" fmla="*/ 0 h 609600"/>
              <a:gd name="T4" fmla="*/ 0 w 2362200"/>
              <a:gd name="T5" fmla="*/ 508004 h 609600"/>
              <a:gd name="T6" fmla="*/ 101595 w 2362200"/>
              <a:gd name="T7" fmla="*/ 609599 h 609600"/>
              <a:gd name="T8" fmla="*/ 2362198 w 2362200"/>
              <a:gd name="T9" fmla="*/ 609599 h 609600"/>
              <a:gd name="T10" fmla="*/ 2362198 w 2362200"/>
              <a:gd name="T11" fmla="*/ 101595 h 609600"/>
              <a:gd name="T12" fmla="*/ 2260604 w 2362200"/>
              <a:gd name="T13" fmla="*/ 0 h 60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62200"/>
              <a:gd name="T22" fmla="*/ 0 h 609600"/>
              <a:gd name="T23" fmla="*/ 2362200 w 2362200"/>
              <a:gd name="T24" fmla="*/ 609600 h 60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62200" h="609600">
                <a:moveTo>
                  <a:pt x="2260604" y="0"/>
                </a:moveTo>
                <a:lnTo>
                  <a:pt x="0" y="0"/>
                </a:lnTo>
                <a:lnTo>
                  <a:pt x="0" y="508004"/>
                </a:lnTo>
                <a:lnTo>
                  <a:pt x="101595" y="609599"/>
                </a:lnTo>
                <a:lnTo>
                  <a:pt x="2362199" y="609599"/>
                </a:lnTo>
                <a:lnTo>
                  <a:pt x="2362199" y="101595"/>
                </a:lnTo>
                <a:lnTo>
                  <a:pt x="22606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8" name="object 32"/>
          <p:cNvSpPr>
            <a:spLocks/>
          </p:cNvSpPr>
          <p:nvPr/>
        </p:nvSpPr>
        <p:spPr bwMode="auto">
          <a:xfrm>
            <a:off x="2133600" y="3962400"/>
            <a:ext cx="2362200" cy="609600"/>
          </a:xfrm>
          <a:custGeom>
            <a:avLst/>
            <a:gdLst>
              <a:gd name="T0" fmla="*/ 0 w 2362200"/>
              <a:gd name="T1" fmla="*/ 0 h 609600"/>
              <a:gd name="T2" fmla="*/ 2260604 w 2362200"/>
              <a:gd name="T3" fmla="*/ 0 h 609600"/>
              <a:gd name="T4" fmla="*/ 2362198 w 2362200"/>
              <a:gd name="T5" fmla="*/ 101595 h 609600"/>
              <a:gd name="T6" fmla="*/ 2362198 w 2362200"/>
              <a:gd name="T7" fmla="*/ 609599 h 609600"/>
              <a:gd name="T8" fmla="*/ 101595 w 2362200"/>
              <a:gd name="T9" fmla="*/ 609599 h 609600"/>
              <a:gd name="T10" fmla="*/ 0 w 2362200"/>
              <a:gd name="T11" fmla="*/ 508004 h 609600"/>
              <a:gd name="T12" fmla="*/ 0 w 2362200"/>
              <a:gd name="T13" fmla="*/ 0 h 60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62200"/>
              <a:gd name="T22" fmla="*/ 0 h 609600"/>
              <a:gd name="T23" fmla="*/ 2362200 w 2362200"/>
              <a:gd name="T24" fmla="*/ 609600 h 60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62200" h="609600">
                <a:moveTo>
                  <a:pt x="0" y="0"/>
                </a:moveTo>
                <a:lnTo>
                  <a:pt x="2260604" y="0"/>
                </a:lnTo>
                <a:lnTo>
                  <a:pt x="2362199" y="101595"/>
                </a:lnTo>
                <a:lnTo>
                  <a:pt x="2362199" y="609599"/>
                </a:lnTo>
                <a:lnTo>
                  <a:pt x="101595" y="609599"/>
                </a:lnTo>
                <a:lnTo>
                  <a:pt x="0" y="508004"/>
                </a:lnTo>
                <a:lnTo>
                  <a:pt x="0" y="0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29" name="object 33"/>
          <p:cNvSpPr>
            <a:spLocks/>
          </p:cNvSpPr>
          <p:nvPr/>
        </p:nvSpPr>
        <p:spPr bwMode="auto">
          <a:xfrm>
            <a:off x="8077200" y="3962400"/>
            <a:ext cx="2438400" cy="609600"/>
          </a:xfrm>
          <a:custGeom>
            <a:avLst/>
            <a:gdLst>
              <a:gd name="T0" fmla="*/ 2336810 w 2438400"/>
              <a:gd name="T1" fmla="*/ 0 h 609600"/>
              <a:gd name="T2" fmla="*/ 0 w 2438400"/>
              <a:gd name="T3" fmla="*/ 0 h 609600"/>
              <a:gd name="T4" fmla="*/ 0 w 2438400"/>
              <a:gd name="T5" fmla="*/ 508004 h 609600"/>
              <a:gd name="T6" fmla="*/ 101589 w 2438400"/>
              <a:gd name="T7" fmla="*/ 609599 h 609600"/>
              <a:gd name="T8" fmla="*/ 2438398 w 2438400"/>
              <a:gd name="T9" fmla="*/ 609599 h 609600"/>
              <a:gd name="T10" fmla="*/ 2438398 w 2438400"/>
              <a:gd name="T11" fmla="*/ 101595 h 609600"/>
              <a:gd name="T12" fmla="*/ 2336810 w 2438400"/>
              <a:gd name="T13" fmla="*/ 0 h 60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8400"/>
              <a:gd name="T22" fmla="*/ 0 h 609600"/>
              <a:gd name="T23" fmla="*/ 2438400 w 2438400"/>
              <a:gd name="T24" fmla="*/ 609600 h 60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8400" h="609600">
                <a:moveTo>
                  <a:pt x="2336810" y="0"/>
                </a:moveTo>
                <a:lnTo>
                  <a:pt x="0" y="0"/>
                </a:lnTo>
                <a:lnTo>
                  <a:pt x="0" y="508004"/>
                </a:lnTo>
                <a:lnTo>
                  <a:pt x="101589" y="609599"/>
                </a:lnTo>
                <a:lnTo>
                  <a:pt x="2438399" y="609599"/>
                </a:lnTo>
                <a:lnTo>
                  <a:pt x="2438399" y="101595"/>
                </a:lnTo>
                <a:lnTo>
                  <a:pt x="23368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0" name="object 34"/>
          <p:cNvSpPr>
            <a:spLocks/>
          </p:cNvSpPr>
          <p:nvPr/>
        </p:nvSpPr>
        <p:spPr bwMode="auto">
          <a:xfrm>
            <a:off x="8077200" y="3962400"/>
            <a:ext cx="2438400" cy="609600"/>
          </a:xfrm>
          <a:custGeom>
            <a:avLst/>
            <a:gdLst>
              <a:gd name="T0" fmla="*/ 0 w 2438400"/>
              <a:gd name="T1" fmla="*/ 0 h 609600"/>
              <a:gd name="T2" fmla="*/ 2336810 w 2438400"/>
              <a:gd name="T3" fmla="*/ 0 h 609600"/>
              <a:gd name="T4" fmla="*/ 2438398 w 2438400"/>
              <a:gd name="T5" fmla="*/ 101595 h 609600"/>
              <a:gd name="T6" fmla="*/ 2438398 w 2438400"/>
              <a:gd name="T7" fmla="*/ 609599 h 609600"/>
              <a:gd name="T8" fmla="*/ 101589 w 2438400"/>
              <a:gd name="T9" fmla="*/ 609599 h 609600"/>
              <a:gd name="T10" fmla="*/ 0 w 2438400"/>
              <a:gd name="T11" fmla="*/ 508004 h 609600"/>
              <a:gd name="T12" fmla="*/ 0 w 2438400"/>
              <a:gd name="T13" fmla="*/ 0 h 60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8400"/>
              <a:gd name="T22" fmla="*/ 0 h 609600"/>
              <a:gd name="T23" fmla="*/ 2438400 w 2438400"/>
              <a:gd name="T24" fmla="*/ 609600 h 60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8400" h="609600">
                <a:moveTo>
                  <a:pt x="0" y="0"/>
                </a:moveTo>
                <a:lnTo>
                  <a:pt x="2336810" y="0"/>
                </a:lnTo>
                <a:lnTo>
                  <a:pt x="2438399" y="101595"/>
                </a:lnTo>
                <a:lnTo>
                  <a:pt x="2438399" y="609599"/>
                </a:lnTo>
                <a:lnTo>
                  <a:pt x="101589" y="609599"/>
                </a:lnTo>
                <a:lnTo>
                  <a:pt x="0" y="508004"/>
                </a:lnTo>
                <a:lnTo>
                  <a:pt x="0" y="0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1" name="object 35"/>
          <p:cNvSpPr>
            <a:spLocks/>
          </p:cNvSpPr>
          <p:nvPr/>
        </p:nvSpPr>
        <p:spPr bwMode="auto">
          <a:xfrm>
            <a:off x="5105400" y="2743200"/>
            <a:ext cx="2438400" cy="762000"/>
          </a:xfrm>
          <a:custGeom>
            <a:avLst/>
            <a:gdLst>
              <a:gd name="T0" fmla="*/ 1119204 w 2438400"/>
              <a:gd name="T1" fmla="*/ 1262 h 762000"/>
              <a:gd name="T2" fmla="*/ 926206 w 2438400"/>
              <a:gd name="T3" fmla="*/ 11072 h 762000"/>
              <a:gd name="T4" fmla="*/ 744624 w 2438400"/>
              <a:gd name="T5" fmla="*/ 29938 h 762000"/>
              <a:gd name="T6" fmla="*/ 576969 w 2438400"/>
              <a:gd name="T7" fmla="*/ 57079 h 762000"/>
              <a:gd name="T8" fmla="*/ 425750 w 2438400"/>
              <a:gd name="T9" fmla="*/ 91709 h 762000"/>
              <a:gd name="T10" fmla="*/ 293476 w 2438400"/>
              <a:gd name="T11" fmla="*/ 133043 h 762000"/>
              <a:gd name="T12" fmla="*/ 182659 w 2438400"/>
              <a:gd name="T13" fmla="*/ 180299 h 762000"/>
              <a:gd name="T14" fmla="*/ 95808 w 2438400"/>
              <a:gd name="T15" fmla="*/ 232691 h 762000"/>
              <a:gd name="T16" fmla="*/ 35432 w 2438400"/>
              <a:gd name="T17" fmla="*/ 289436 h 762000"/>
              <a:gd name="T18" fmla="*/ 0 w 2438400"/>
              <a:gd name="T19" fmla="*/ 380999 h 762000"/>
              <a:gd name="T20" fmla="*/ 35432 w 2438400"/>
              <a:gd name="T21" fmla="*/ 472563 h 762000"/>
              <a:gd name="T22" fmla="*/ 95808 w 2438400"/>
              <a:gd name="T23" fmla="*/ 529308 h 762000"/>
              <a:gd name="T24" fmla="*/ 182659 w 2438400"/>
              <a:gd name="T25" fmla="*/ 581700 h 762000"/>
              <a:gd name="T26" fmla="*/ 293476 w 2438400"/>
              <a:gd name="T27" fmla="*/ 628956 h 762000"/>
              <a:gd name="T28" fmla="*/ 425750 w 2438400"/>
              <a:gd name="T29" fmla="*/ 670290 h 762000"/>
              <a:gd name="T30" fmla="*/ 576969 w 2438400"/>
              <a:gd name="T31" fmla="*/ 704920 h 762000"/>
              <a:gd name="T32" fmla="*/ 744624 w 2438400"/>
              <a:gd name="T33" fmla="*/ 732061 h 762000"/>
              <a:gd name="T34" fmla="*/ 926206 w 2438400"/>
              <a:gd name="T35" fmla="*/ 750927 h 762000"/>
              <a:gd name="T36" fmla="*/ 1119204 w 2438400"/>
              <a:gd name="T37" fmla="*/ 760737 h 762000"/>
              <a:gd name="T38" fmla="*/ 1319195 w 2438400"/>
              <a:gd name="T39" fmla="*/ 760737 h 762000"/>
              <a:gd name="T40" fmla="*/ 1512193 w 2438400"/>
              <a:gd name="T41" fmla="*/ 750927 h 762000"/>
              <a:gd name="T42" fmla="*/ 1693775 w 2438400"/>
              <a:gd name="T43" fmla="*/ 732061 h 762000"/>
              <a:gd name="T44" fmla="*/ 1861430 w 2438400"/>
              <a:gd name="T45" fmla="*/ 704920 h 762000"/>
              <a:gd name="T46" fmla="*/ 2012649 w 2438400"/>
              <a:gd name="T47" fmla="*/ 670290 h 762000"/>
              <a:gd name="T48" fmla="*/ 2144922 w 2438400"/>
              <a:gd name="T49" fmla="*/ 628956 h 762000"/>
              <a:gd name="T50" fmla="*/ 2255740 w 2438400"/>
              <a:gd name="T51" fmla="*/ 581700 h 762000"/>
              <a:gd name="T52" fmla="*/ 2342590 w 2438400"/>
              <a:gd name="T53" fmla="*/ 529308 h 762000"/>
              <a:gd name="T54" fmla="*/ 2402966 w 2438400"/>
              <a:gd name="T55" fmla="*/ 472563 h 762000"/>
              <a:gd name="T56" fmla="*/ 2438398 w 2438400"/>
              <a:gd name="T57" fmla="*/ 380999 h 762000"/>
              <a:gd name="T58" fmla="*/ 2402966 w 2438400"/>
              <a:gd name="T59" fmla="*/ 289436 h 762000"/>
              <a:gd name="T60" fmla="*/ 2342590 w 2438400"/>
              <a:gd name="T61" fmla="*/ 232691 h 762000"/>
              <a:gd name="T62" fmla="*/ 2255740 w 2438400"/>
              <a:gd name="T63" fmla="*/ 180299 h 762000"/>
              <a:gd name="T64" fmla="*/ 2144922 w 2438400"/>
              <a:gd name="T65" fmla="*/ 133043 h 762000"/>
              <a:gd name="T66" fmla="*/ 2012649 w 2438400"/>
              <a:gd name="T67" fmla="*/ 91709 h 762000"/>
              <a:gd name="T68" fmla="*/ 1861430 w 2438400"/>
              <a:gd name="T69" fmla="*/ 57079 h 762000"/>
              <a:gd name="T70" fmla="*/ 1693775 w 2438400"/>
              <a:gd name="T71" fmla="*/ 29938 h 762000"/>
              <a:gd name="T72" fmla="*/ 1512193 w 2438400"/>
              <a:gd name="T73" fmla="*/ 11072 h 762000"/>
              <a:gd name="T74" fmla="*/ 1319195 w 2438400"/>
              <a:gd name="T75" fmla="*/ 1262 h 76200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438400"/>
              <a:gd name="T115" fmla="*/ 0 h 762000"/>
              <a:gd name="T116" fmla="*/ 2438400 w 2438400"/>
              <a:gd name="T117" fmla="*/ 762000 h 76200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438400" h="762000">
                <a:moveTo>
                  <a:pt x="1219199" y="0"/>
                </a:moveTo>
                <a:lnTo>
                  <a:pt x="1119204" y="1262"/>
                </a:lnTo>
                <a:lnTo>
                  <a:pt x="1021434" y="4986"/>
                </a:lnTo>
                <a:lnTo>
                  <a:pt x="926206" y="11072"/>
                </a:lnTo>
                <a:lnTo>
                  <a:pt x="833831" y="19422"/>
                </a:lnTo>
                <a:lnTo>
                  <a:pt x="744624" y="29938"/>
                </a:lnTo>
                <a:lnTo>
                  <a:pt x="658899" y="42523"/>
                </a:lnTo>
                <a:lnTo>
                  <a:pt x="576969" y="57079"/>
                </a:lnTo>
                <a:lnTo>
                  <a:pt x="499148" y="73507"/>
                </a:lnTo>
                <a:lnTo>
                  <a:pt x="425750" y="91709"/>
                </a:lnTo>
                <a:lnTo>
                  <a:pt x="357088" y="111587"/>
                </a:lnTo>
                <a:lnTo>
                  <a:pt x="293476" y="133043"/>
                </a:lnTo>
                <a:lnTo>
                  <a:pt x="235229" y="155980"/>
                </a:lnTo>
                <a:lnTo>
                  <a:pt x="182659" y="180299"/>
                </a:lnTo>
                <a:lnTo>
                  <a:pt x="136081" y="205902"/>
                </a:lnTo>
                <a:lnTo>
                  <a:pt x="95808" y="232691"/>
                </a:lnTo>
                <a:lnTo>
                  <a:pt x="62153" y="260569"/>
                </a:lnTo>
                <a:lnTo>
                  <a:pt x="35432" y="289436"/>
                </a:lnTo>
                <a:lnTo>
                  <a:pt x="4041" y="349750"/>
                </a:lnTo>
                <a:lnTo>
                  <a:pt x="0" y="380999"/>
                </a:lnTo>
                <a:lnTo>
                  <a:pt x="4041" y="412249"/>
                </a:lnTo>
                <a:lnTo>
                  <a:pt x="35432" y="472563"/>
                </a:lnTo>
                <a:lnTo>
                  <a:pt x="62153" y="501430"/>
                </a:lnTo>
                <a:lnTo>
                  <a:pt x="95808" y="529308"/>
                </a:lnTo>
                <a:lnTo>
                  <a:pt x="136081" y="556097"/>
                </a:lnTo>
                <a:lnTo>
                  <a:pt x="182659" y="581700"/>
                </a:lnTo>
                <a:lnTo>
                  <a:pt x="235229" y="606019"/>
                </a:lnTo>
                <a:lnTo>
                  <a:pt x="293476" y="628956"/>
                </a:lnTo>
                <a:lnTo>
                  <a:pt x="357088" y="650412"/>
                </a:lnTo>
                <a:lnTo>
                  <a:pt x="425750" y="670290"/>
                </a:lnTo>
                <a:lnTo>
                  <a:pt x="499148" y="688492"/>
                </a:lnTo>
                <a:lnTo>
                  <a:pt x="576969" y="704920"/>
                </a:lnTo>
                <a:lnTo>
                  <a:pt x="658899" y="719475"/>
                </a:lnTo>
                <a:lnTo>
                  <a:pt x="744624" y="732061"/>
                </a:lnTo>
                <a:lnTo>
                  <a:pt x="833831" y="742577"/>
                </a:lnTo>
                <a:lnTo>
                  <a:pt x="926206" y="750927"/>
                </a:lnTo>
                <a:lnTo>
                  <a:pt x="1021434" y="757013"/>
                </a:lnTo>
                <a:lnTo>
                  <a:pt x="1119204" y="760737"/>
                </a:lnTo>
                <a:lnTo>
                  <a:pt x="1219199" y="761999"/>
                </a:lnTo>
                <a:lnTo>
                  <a:pt x="1319195" y="760737"/>
                </a:lnTo>
                <a:lnTo>
                  <a:pt x="1416965" y="757013"/>
                </a:lnTo>
                <a:lnTo>
                  <a:pt x="1512193" y="750927"/>
                </a:lnTo>
                <a:lnTo>
                  <a:pt x="1604568" y="742577"/>
                </a:lnTo>
                <a:lnTo>
                  <a:pt x="1693775" y="732061"/>
                </a:lnTo>
                <a:lnTo>
                  <a:pt x="1779500" y="719475"/>
                </a:lnTo>
                <a:lnTo>
                  <a:pt x="1861430" y="704920"/>
                </a:lnTo>
                <a:lnTo>
                  <a:pt x="1939251" y="688492"/>
                </a:lnTo>
                <a:lnTo>
                  <a:pt x="2012649" y="670290"/>
                </a:lnTo>
                <a:lnTo>
                  <a:pt x="2081311" y="650412"/>
                </a:lnTo>
                <a:lnTo>
                  <a:pt x="2144922" y="628956"/>
                </a:lnTo>
                <a:lnTo>
                  <a:pt x="2203170" y="606019"/>
                </a:lnTo>
                <a:lnTo>
                  <a:pt x="2255740" y="581700"/>
                </a:lnTo>
                <a:lnTo>
                  <a:pt x="2302318" y="556097"/>
                </a:lnTo>
                <a:lnTo>
                  <a:pt x="2342591" y="529308"/>
                </a:lnTo>
                <a:lnTo>
                  <a:pt x="2376246" y="501430"/>
                </a:lnTo>
                <a:lnTo>
                  <a:pt x="2402967" y="472563"/>
                </a:lnTo>
                <a:lnTo>
                  <a:pt x="2434358" y="412249"/>
                </a:lnTo>
                <a:lnTo>
                  <a:pt x="2438399" y="380999"/>
                </a:lnTo>
                <a:lnTo>
                  <a:pt x="2434358" y="349750"/>
                </a:lnTo>
                <a:lnTo>
                  <a:pt x="2402967" y="289436"/>
                </a:lnTo>
                <a:lnTo>
                  <a:pt x="2376246" y="260569"/>
                </a:lnTo>
                <a:lnTo>
                  <a:pt x="2342591" y="232691"/>
                </a:lnTo>
                <a:lnTo>
                  <a:pt x="2302318" y="205902"/>
                </a:lnTo>
                <a:lnTo>
                  <a:pt x="2255740" y="180299"/>
                </a:lnTo>
                <a:lnTo>
                  <a:pt x="2203170" y="155980"/>
                </a:lnTo>
                <a:lnTo>
                  <a:pt x="2144922" y="133043"/>
                </a:lnTo>
                <a:lnTo>
                  <a:pt x="2081311" y="111587"/>
                </a:lnTo>
                <a:lnTo>
                  <a:pt x="2012649" y="91709"/>
                </a:lnTo>
                <a:lnTo>
                  <a:pt x="1939251" y="73507"/>
                </a:lnTo>
                <a:lnTo>
                  <a:pt x="1861430" y="57079"/>
                </a:lnTo>
                <a:lnTo>
                  <a:pt x="1779500" y="42523"/>
                </a:lnTo>
                <a:lnTo>
                  <a:pt x="1693775" y="29938"/>
                </a:lnTo>
                <a:lnTo>
                  <a:pt x="1604568" y="19422"/>
                </a:lnTo>
                <a:lnTo>
                  <a:pt x="1512193" y="11072"/>
                </a:lnTo>
                <a:lnTo>
                  <a:pt x="1416965" y="4986"/>
                </a:lnTo>
                <a:lnTo>
                  <a:pt x="1319195" y="1262"/>
                </a:lnTo>
                <a:lnTo>
                  <a:pt x="12191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2" name="object 36"/>
          <p:cNvSpPr>
            <a:spLocks/>
          </p:cNvSpPr>
          <p:nvPr/>
        </p:nvSpPr>
        <p:spPr bwMode="auto">
          <a:xfrm>
            <a:off x="5105400" y="2743200"/>
            <a:ext cx="2438400" cy="762000"/>
          </a:xfrm>
          <a:custGeom>
            <a:avLst/>
            <a:gdLst>
              <a:gd name="T0" fmla="*/ 15956 w 2438400"/>
              <a:gd name="T1" fmla="*/ 319196 h 762000"/>
              <a:gd name="T2" fmla="*/ 95808 w 2438400"/>
              <a:gd name="T3" fmla="*/ 232691 h 762000"/>
              <a:gd name="T4" fmla="*/ 182659 w 2438400"/>
              <a:gd name="T5" fmla="*/ 180299 h 762000"/>
              <a:gd name="T6" fmla="*/ 293476 w 2438400"/>
              <a:gd name="T7" fmla="*/ 133043 h 762000"/>
              <a:gd name="T8" fmla="*/ 425750 w 2438400"/>
              <a:gd name="T9" fmla="*/ 91709 h 762000"/>
              <a:gd name="T10" fmla="*/ 576969 w 2438400"/>
              <a:gd name="T11" fmla="*/ 57079 h 762000"/>
              <a:gd name="T12" fmla="*/ 744624 w 2438400"/>
              <a:gd name="T13" fmla="*/ 29938 h 762000"/>
              <a:gd name="T14" fmla="*/ 926206 w 2438400"/>
              <a:gd name="T15" fmla="*/ 11072 h 762000"/>
              <a:gd name="T16" fmla="*/ 1119204 w 2438400"/>
              <a:gd name="T17" fmla="*/ 1262 h 762000"/>
              <a:gd name="T18" fmla="*/ 1319195 w 2438400"/>
              <a:gd name="T19" fmla="*/ 1262 h 762000"/>
              <a:gd name="T20" fmla="*/ 1512193 w 2438400"/>
              <a:gd name="T21" fmla="*/ 11072 h 762000"/>
              <a:gd name="T22" fmla="*/ 1693775 w 2438400"/>
              <a:gd name="T23" fmla="*/ 29938 h 762000"/>
              <a:gd name="T24" fmla="*/ 1861430 w 2438400"/>
              <a:gd name="T25" fmla="*/ 57079 h 762000"/>
              <a:gd name="T26" fmla="*/ 2012649 w 2438400"/>
              <a:gd name="T27" fmla="*/ 91709 h 762000"/>
              <a:gd name="T28" fmla="*/ 2144922 w 2438400"/>
              <a:gd name="T29" fmla="*/ 133043 h 762000"/>
              <a:gd name="T30" fmla="*/ 2255740 w 2438400"/>
              <a:gd name="T31" fmla="*/ 180299 h 762000"/>
              <a:gd name="T32" fmla="*/ 2342590 w 2438400"/>
              <a:gd name="T33" fmla="*/ 232691 h 762000"/>
              <a:gd name="T34" fmla="*/ 2402966 w 2438400"/>
              <a:gd name="T35" fmla="*/ 289436 h 762000"/>
              <a:gd name="T36" fmla="*/ 2438398 w 2438400"/>
              <a:gd name="T37" fmla="*/ 380999 h 762000"/>
              <a:gd name="T38" fmla="*/ 2422442 w 2438400"/>
              <a:gd name="T39" fmla="*/ 442803 h 762000"/>
              <a:gd name="T40" fmla="*/ 2342590 w 2438400"/>
              <a:gd name="T41" fmla="*/ 529308 h 762000"/>
              <a:gd name="T42" fmla="*/ 2255740 w 2438400"/>
              <a:gd name="T43" fmla="*/ 581700 h 762000"/>
              <a:gd name="T44" fmla="*/ 2144922 w 2438400"/>
              <a:gd name="T45" fmla="*/ 628956 h 762000"/>
              <a:gd name="T46" fmla="*/ 2012649 w 2438400"/>
              <a:gd name="T47" fmla="*/ 670290 h 762000"/>
              <a:gd name="T48" fmla="*/ 1861430 w 2438400"/>
              <a:gd name="T49" fmla="*/ 704920 h 762000"/>
              <a:gd name="T50" fmla="*/ 1693775 w 2438400"/>
              <a:gd name="T51" fmla="*/ 732061 h 762000"/>
              <a:gd name="T52" fmla="*/ 1512193 w 2438400"/>
              <a:gd name="T53" fmla="*/ 750927 h 762000"/>
              <a:gd name="T54" fmla="*/ 1319195 w 2438400"/>
              <a:gd name="T55" fmla="*/ 760737 h 762000"/>
              <a:gd name="T56" fmla="*/ 1119204 w 2438400"/>
              <a:gd name="T57" fmla="*/ 760737 h 762000"/>
              <a:gd name="T58" fmla="*/ 926206 w 2438400"/>
              <a:gd name="T59" fmla="*/ 750927 h 762000"/>
              <a:gd name="T60" fmla="*/ 744624 w 2438400"/>
              <a:gd name="T61" fmla="*/ 732061 h 762000"/>
              <a:gd name="T62" fmla="*/ 576969 w 2438400"/>
              <a:gd name="T63" fmla="*/ 704920 h 762000"/>
              <a:gd name="T64" fmla="*/ 425750 w 2438400"/>
              <a:gd name="T65" fmla="*/ 670290 h 762000"/>
              <a:gd name="T66" fmla="*/ 293476 w 2438400"/>
              <a:gd name="T67" fmla="*/ 628956 h 762000"/>
              <a:gd name="T68" fmla="*/ 182659 w 2438400"/>
              <a:gd name="T69" fmla="*/ 581700 h 762000"/>
              <a:gd name="T70" fmla="*/ 95808 w 2438400"/>
              <a:gd name="T71" fmla="*/ 529308 h 762000"/>
              <a:gd name="T72" fmla="*/ 35432 w 2438400"/>
              <a:gd name="T73" fmla="*/ 472563 h 762000"/>
              <a:gd name="T74" fmla="*/ 0 w 2438400"/>
              <a:gd name="T75" fmla="*/ 380999 h 76200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2438400"/>
              <a:gd name="T115" fmla="*/ 0 h 762000"/>
              <a:gd name="T116" fmla="*/ 2438400 w 2438400"/>
              <a:gd name="T117" fmla="*/ 762000 h 76200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2438400" h="762000">
                <a:moveTo>
                  <a:pt x="0" y="380999"/>
                </a:moveTo>
                <a:lnTo>
                  <a:pt x="15956" y="319196"/>
                </a:lnTo>
                <a:lnTo>
                  <a:pt x="62153" y="260569"/>
                </a:lnTo>
                <a:lnTo>
                  <a:pt x="95808" y="232691"/>
                </a:lnTo>
                <a:lnTo>
                  <a:pt x="136081" y="205902"/>
                </a:lnTo>
                <a:lnTo>
                  <a:pt x="182659" y="180299"/>
                </a:lnTo>
                <a:lnTo>
                  <a:pt x="235229" y="155980"/>
                </a:lnTo>
                <a:lnTo>
                  <a:pt x="293476" y="133043"/>
                </a:lnTo>
                <a:lnTo>
                  <a:pt x="357088" y="111587"/>
                </a:lnTo>
                <a:lnTo>
                  <a:pt x="425750" y="91709"/>
                </a:lnTo>
                <a:lnTo>
                  <a:pt x="499148" y="73507"/>
                </a:lnTo>
                <a:lnTo>
                  <a:pt x="576969" y="57079"/>
                </a:lnTo>
                <a:lnTo>
                  <a:pt x="658899" y="42523"/>
                </a:lnTo>
                <a:lnTo>
                  <a:pt x="744624" y="29938"/>
                </a:lnTo>
                <a:lnTo>
                  <a:pt x="833831" y="19422"/>
                </a:lnTo>
                <a:lnTo>
                  <a:pt x="926206" y="11072"/>
                </a:lnTo>
                <a:lnTo>
                  <a:pt x="1021434" y="4986"/>
                </a:lnTo>
                <a:lnTo>
                  <a:pt x="1119204" y="1262"/>
                </a:lnTo>
                <a:lnTo>
                  <a:pt x="1219199" y="0"/>
                </a:lnTo>
                <a:lnTo>
                  <a:pt x="1319195" y="1262"/>
                </a:lnTo>
                <a:lnTo>
                  <a:pt x="1416965" y="4986"/>
                </a:lnTo>
                <a:lnTo>
                  <a:pt x="1512193" y="11072"/>
                </a:lnTo>
                <a:lnTo>
                  <a:pt x="1604568" y="19422"/>
                </a:lnTo>
                <a:lnTo>
                  <a:pt x="1693775" y="29938"/>
                </a:lnTo>
                <a:lnTo>
                  <a:pt x="1779500" y="42523"/>
                </a:lnTo>
                <a:lnTo>
                  <a:pt x="1861430" y="57079"/>
                </a:lnTo>
                <a:lnTo>
                  <a:pt x="1939251" y="73507"/>
                </a:lnTo>
                <a:lnTo>
                  <a:pt x="2012649" y="91709"/>
                </a:lnTo>
                <a:lnTo>
                  <a:pt x="2081311" y="111587"/>
                </a:lnTo>
                <a:lnTo>
                  <a:pt x="2144922" y="133043"/>
                </a:lnTo>
                <a:lnTo>
                  <a:pt x="2203170" y="155980"/>
                </a:lnTo>
                <a:lnTo>
                  <a:pt x="2255740" y="180299"/>
                </a:lnTo>
                <a:lnTo>
                  <a:pt x="2302318" y="205902"/>
                </a:lnTo>
                <a:lnTo>
                  <a:pt x="2342591" y="232691"/>
                </a:lnTo>
                <a:lnTo>
                  <a:pt x="2376246" y="260569"/>
                </a:lnTo>
                <a:lnTo>
                  <a:pt x="2402967" y="289436"/>
                </a:lnTo>
                <a:lnTo>
                  <a:pt x="2434358" y="349750"/>
                </a:lnTo>
                <a:lnTo>
                  <a:pt x="2438399" y="380999"/>
                </a:lnTo>
                <a:lnTo>
                  <a:pt x="2434358" y="412249"/>
                </a:lnTo>
                <a:lnTo>
                  <a:pt x="2422443" y="442803"/>
                </a:lnTo>
                <a:lnTo>
                  <a:pt x="2376246" y="501430"/>
                </a:lnTo>
                <a:lnTo>
                  <a:pt x="2342591" y="529308"/>
                </a:lnTo>
                <a:lnTo>
                  <a:pt x="2302318" y="556097"/>
                </a:lnTo>
                <a:lnTo>
                  <a:pt x="2255740" y="581700"/>
                </a:lnTo>
                <a:lnTo>
                  <a:pt x="2203170" y="606019"/>
                </a:lnTo>
                <a:lnTo>
                  <a:pt x="2144922" y="628956"/>
                </a:lnTo>
                <a:lnTo>
                  <a:pt x="2081311" y="650412"/>
                </a:lnTo>
                <a:lnTo>
                  <a:pt x="2012649" y="670290"/>
                </a:lnTo>
                <a:lnTo>
                  <a:pt x="1939251" y="688492"/>
                </a:lnTo>
                <a:lnTo>
                  <a:pt x="1861430" y="704920"/>
                </a:lnTo>
                <a:lnTo>
                  <a:pt x="1779500" y="719475"/>
                </a:lnTo>
                <a:lnTo>
                  <a:pt x="1693775" y="732061"/>
                </a:lnTo>
                <a:lnTo>
                  <a:pt x="1604568" y="742577"/>
                </a:lnTo>
                <a:lnTo>
                  <a:pt x="1512193" y="750927"/>
                </a:lnTo>
                <a:lnTo>
                  <a:pt x="1416965" y="757013"/>
                </a:lnTo>
                <a:lnTo>
                  <a:pt x="1319195" y="760737"/>
                </a:lnTo>
                <a:lnTo>
                  <a:pt x="1219199" y="761999"/>
                </a:lnTo>
                <a:lnTo>
                  <a:pt x="1119204" y="760737"/>
                </a:lnTo>
                <a:lnTo>
                  <a:pt x="1021434" y="757013"/>
                </a:lnTo>
                <a:lnTo>
                  <a:pt x="926206" y="750927"/>
                </a:lnTo>
                <a:lnTo>
                  <a:pt x="833831" y="742577"/>
                </a:lnTo>
                <a:lnTo>
                  <a:pt x="744624" y="732061"/>
                </a:lnTo>
                <a:lnTo>
                  <a:pt x="658899" y="719475"/>
                </a:lnTo>
                <a:lnTo>
                  <a:pt x="576969" y="704920"/>
                </a:lnTo>
                <a:lnTo>
                  <a:pt x="499148" y="688492"/>
                </a:lnTo>
                <a:lnTo>
                  <a:pt x="425750" y="670290"/>
                </a:lnTo>
                <a:lnTo>
                  <a:pt x="357088" y="650412"/>
                </a:lnTo>
                <a:lnTo>
                  <a:pt x="293476" y="628956"/>
                </a:lnTo>
                <a:lnTo>
                  <a:pt x="235229" y="606019"/>
                </a:lnTo>
                <a:lnTo>
                  <a:pt x="182659" y="581700"/>
                </a:lnTo>
                <a:lnTo>
                  <a:pt x="136081" y="556097"/>
                </a:lnTo>
                <a:lnTo>
                  <a:pt x="95808" y="529308"/>
                </a:lnTo>
                <a:lnTo>
                  <a:pt x="62153" y="501430"/>
                </a:lnTo>
                <a:lnTo>
                  <a:pt x="35432" y="472563"/>
                </a:lnTo>
                <a:lnTo>
                  <a:pt x="4041" y="412249"/>
                </a:lnTo>
                <a:lnTo>
                  <a:pt x="0" y="380999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3" name="object 37"/>
          <p:cNvSpPr>
            <a:spLocks noChangeArrowheads="1"/>
          </p:cNvSpPr>
          <p:nvPr/>
        </p:nvSpPr>
        <p:spPr bwMode="auto">
          <a:xfrm>
            <a:off x="3233738" y="5146675"/>
            <a:ext cx="1625600" cy="425450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4" name="object 38"/>
          <p:cNvSpPr>
            <a:spLocks/>
          </p:cNvSpPr>
          <p:nvPr/>
        </p:nvSpPr>
        <p:spPr bwMode="auto">
          <a:xfrm>
            <a:off x="3276600" y="5249863"/>
            <a:ext cx="1371600" cy="171450"/>
          </a:xfrm>
          <a:custGeom>
            <a:avLst/>
            <a:gdLst>
              <a:gd name="T0" fmla="*/ 1259946 w 1372235"/>
              <a:gd name="T1" fmla="*/ 104614 h 171450"/>
              <a:gd name="T2" fmla="*/ 1197712 w 1372235"/>
              <a:gd name="T3" fmla="*/ 142499 h 171450"/>
              <a:gd name="T4" fmla="*/ 1195905 w 1372235"/>
              <a:gd name="T5" fmla="*/ 153182 h 171450"/>
              <a:gd name="T6" fmla="*/ 1201039 w 1372235"/>
              <a:gd name="T7" fmla="*/ 166257 h 171450"/>
              <a:gd name="T8" fmla="*/ 1211682 w 1372235"/>
              <a:gd name="T9" fmla="*/ 171108 h 171450"/>
              <a:gd name="T10" fmla="*/ 1223430 w 1372235"/>
              <a:gd name="T11" fmla="*/ 168700 h 171450"/>
              <a:gd name="T12" fmla="*/ 1332828 w 1372235"/>
              <a:gd name="T13" fmla="*/ 104692 h 171450"/>
              <a:gd name="T14" fmla="*/ 1327736 w 1372235"/>
              <a:gd name="T15" fmla="*/ 104692 h 171450"/>
              <a:gd name="T16" fmla="*/ 1259946 w 1372235"/>
              <a:gd name="T17" fmla="*/ 104614 h 171450"/>
              <a:gd name="T18" fmla="*/ 1290578 w 1372235"/>
              <a:gd name="T19" fmla="*/ 85967 h 171450"/>
              <a:gd name="T20" fmla="*/ 1259946 w 1372235"/>
              <a:gd name="T21" fmla="*/ 104614 h 171450"/>
              <a:gd name="T22" fmla="*/ 1327736 w 1372235"/>
              <a:gd name="T23" fmla="*/ 104692 h 171450"/>
              <a:gd name="T24" fmla="*/ 1327736 w 1372235"/>
              <a:gd name="T25" fmla="*/ 102156 h 171450"/>
              <a:gd name="T26" fmla="*/ 1318119 w 1372235"/>
              <a:gd name="T27" fmla="*/ 102156 h 171450"/>
              <a:gd name="T28" fmla="*/ 1290578 w 1372235"/>
              <a:gd name="T29" fmla="*/ 85967 h 171450"/>
              <a:gd name="T30" fmla="*/ 1214908 w 1372235"/>
              <a:gd name="T31" fmla="*/ 0 h 171450"/>
              <a:gd name="T32" fmla="*/ 1204542 w 1372235"/>
              <a:gd name="T33" fmla="*/ 3545 h 171450"/>
              <a:gd name="T34" fmla="*/ 1195482 w 1372235"/>
              <a:gd name="T35" fmla="*/ 14715 h 171450"/>
              <a:gd name="T36" fmla="*/ 1196566 w 1372235"/>
              <a:gd name="T37" fmla="*/ 26381 h 171450"/>
              <a:gd name="T38" fmla="*/ 1204467 w 1372235"/>
              <a:gd name="T39" fmla="*/ 35350 h 171450"/>
              <a:gd name="T40" fmla="*/ 1257480 w 1372235"/>
              <a:gd name="T41" fmla="*/ 66511 h 171450"/>
              <a:gd name="T42" fmla="*/ 1327736 w 1372235"/>
              <a:gd name="T43" fmla="*/ 66592 h 171450"/>
              <a:gd name="T44" fmla="*/ 1327736 w 1372235"/>
              <a:gd name="T45" fmla="*/ 104692 h 171450"/>
              <a:gd name="T46" fmla="*/ 1332828 w 1372235"/>
              <a:gd name="T47" fmla="*/ 104692 h 171450"/>
              <a:gd name="T48" fmla="*/ 1365387 w 1372235"/>
              <a:gd name="T49" fmla="*/ 85642 h 171450"/>
              <a:gd name="T50" fmla="*/ 1223561 w 1372235"/>
              <a:gd name="T51" fmla="*/ 2453 h 171450"/>
              <a:gd name="T52" fmla="*/ 1214908 w 1372235"/>
              <a:gd name="T53" fmla="*/ 0 h 171450"/>
              <a:gd name="T54" fmla="*/ 0 w 1372235"/>
              <a:gd name="T55" fmla="*/ 65068 h 171450"/>
              <a:gd name="T56" fmla="*/ 0 w 1372235"/>
              <a:gd name="T57" fmla="*/ 103168 h 171450"/>
              <a:gd name="T58" fmla="*/ 1259946 w 1372235"/>
              <a:gd name="T59" fmla="*/ 104614 h 171450"/>
              <a:gd name="T60" fmla="*/ 1290578 w 1372235"/>
              <a:gd name="T61" fmla="*/ 85967 h 171450"/>
              <a:gd name="T62" fmla="*/ 1257480 w 1372235"/>
              <a:gd name="T63" fmla="*/ 66511 h 171450"/>
              <a:gd name="T64" fmla="*/ 0 w 1372235"/>
              <a:gd name="T65" fmla="*/ 65068 h 171450"/>
              <a:gd name="T66" fmla="*/ 1318239 w 1372235"/>
              <a:gd name="T67" fmla="*/ 69128 h 171450"/>
              <a:gd name="T68" fmla="*/ 1290578 w 1372235"/>
              <a:gd name="T69" fmla="*/ 85967 h 171450"/>
              <a:gd name="T70" fmla="*/ 1318119 w 1372235"/>
              <a:gd name="T71" fmla="*/ 102156 h 171450"/>
              <a:gd name="T72" fmla="*/ 1318239 w 1372235"/>
              <a:gd name="T73" fmla="*/ 69128 h 171450"/>
              <a:gd name="T74" fmla="*/ 1327736 w 1372235"/>
              <a:gd name="T75" fmla="*/ 69128 h 171450"/>
              <a:gd name="T76" fmla="*/ 1318239 w 1372235"/>
              <a:gd name="T77" fmla="*/ 69128 h 171450"/>
              <a:gd name="T78" fmla="*/ 1318119 w 1372235"/>
              <a:gd name="T79" fmla="*/ 102156 h 171450"/>
              <a:gd name="T80" fmla="*/ 1327736 w 1372235"/>
              <a:gd name="T81" fmla="*/ 102156 h 171450"/>
              <a:gd name="T82" fmla="*/ 1327736 w 1372235"/>
              <a:gd name="T83" fmla="*/ 69128 h 171450"/>
              <a:gd name="T84" fmla="*/ 1257480 w 1372235"/>
              <a:gd name="T85" fmla="*/ 66511 h 171450"/>
              <a:gd name="T86" fmla="*/ 1290578 w 1372235"/>
              <a:gd name="T87" fmla="*/ 85967 h 171450"/>
              <a:gd name="T88" fmla="*/ 1318239 w 1372235"/>
              <a:gd name="T89" fmla="*/ 69128 h 171450"/>
              <a:gd name="T90" fmla="*/ 1327736 w 1372235"/>
              <a:gd name="T91" fmla="*/ 69128 h 171450"/>
              <a:gd name="T92" fmla="*/ 1327736 w 1372235"/>
              <a:gd name="T93" fmla="*/ 66592 h 171450"/>
              <a:gd name="T94" fmla="*/ 1257480 w 1372235"/>
              <a:gd name="T95" fmla="*/ 66511 h 17145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1372235"/>
              <a:gd name="T145" fmla="*/ 0 h 171450"/>
              <a:gd name="T146" fmla="*/ 1372235 w 1372235"/>
              <a:gd name="T147" fmla="*/ 171450 h 17145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1372235" h="171450">
                <a:moveTo>
                  <a:pt x="1265791" y="104614"/>
                </a:moveTo>
                <a:lnTo>
                  <a:pt x="1203267" y="142499"/>
                </a:lnTo>
                <a:lnTo>
                  <a:pt x="1201453" y="153182"/>
                </a:lnTo>
                <a:lnTo>
                  <a:pt x="1206611" y="166257"/>
                </a:lnTo>
                <a:lnTo>
                  <a:pt x="1217302" y="171108"/>
                </a:lnTo>
                <a:lnTo>
                  <a:pt x="1229105" y="168700"/>
                </a:lnTo>
                <a:lnTo>
                  <a:pt x="1339011" y="104692"/>
                </a:lnTo>
                <a:lnTo>
                  <a:pt x="1333896" y="104692"/>
                </a:lnTo>
                <a:lnTo>
                  <a:pt x="1265791" y="104614"/>
                </a:lnTo>
                <a:close/>
              </a:path>
              <a:path w="1372235" h="171450">
                <a:moveTo>
                  <a:pt x="1296565" y="85967"/>
                </a:moveTo>
                <a:lnTo>
                  <a:pt x="1265791" y="104614"/>
                </a:lnTo>
                <a:lnTo>
                  <a:pt x="1333896" y="104692"/>
                </a:lnTo>
                <a:lnTo>
                  <a:pt x="1333896" y="102156"/>
                </a:lnTo>
                <a:lnTo>
                  <a:pt x="1324234" y="102156"/>
                </a:lnTo>
                <a:lnTo>
                  <a:pt x="1296565" y="85967"/>
                </a:lnTo>
                <a:close/>
              </a:path>
              <a:path w="1372235" h="171450">
                <a:moveTo>
                  <a:pt x="1220543" y="0"/>
                </a:moveTo>
                <a:lnTo>
                  <a:pt x="1210130" y="3545"/>
                </a:lnTo>
                <a:lnTo>
                  <a:pt x="1201027" y="14715"/>
                </a:lnTo>
                <a:lnTo>
                  <a:pt x="1202116" y="26381"/>
                </a:lnTo>
                <a:lnTo>
                  <a:pt x="1210055" y="35350"/>
                </a:lnTo>
                <a:lnTo>
                  <a:pt x="1263313" y="66511"/>
                </a:lnTo>
                <a:lnTo>
                  <a:pt x="1333896" y="66592"/>
                </a:lnTo>
                <a:lnTo>
                  <a:pt x="1333896" y="104692"/>
                </a:lnTo>
                <a:lnTo>
                  <a:pt x="1339011" y="104692"/>
                </a:lnTo>
                <a:lnTo>
                  <a:pt x="1371721" y="85642"/>
                </a:lnTo>
                <a:lnTo>
                  <a:pt x="1229237" y="2453"/>
                </a:lnTo>
                <a:lnTo>
                  <a:pt x="1220543" y="0"/>
                </a:lnTo>
                <a:close/>
              </a:path>
              <a:path w="1372235" h="171450">
                <a:moveTo>
                  <a:pt x="0" y="65068"/>
                </a:moveTo>
                <a:lnTo>
                  <a:pt x="0" y="103168"/>
                </a:lnTo>
                <a:lnTo>
                  <a:pt x="1265791" y="104614"/>
                </a:lnTo>
                <a:lnTo>
                  <a:pt x="1296565" y="85967"/>
                </a:lnTo>
                <a:lnTo>
                  <a:pt x="1263313" y="66511"/>
                </a:lnTo>
                <a:lnTo>
                  <a:pt x="0" y="65068"/>
                </a:lnTo>
                <a:close/>
              </a:path>
              <a:path w="1372235" h="171450">
                <a:moveTo>
                  <a:pt x="1324355" y="69128"/>
                </a:moveTo>
                <a:lnTo>
                  <a:pt x="1296565" y="85967"/>
                </a:lnTo>
                <a:lnTo>
                  <a:pt x="1324234" y="102156"/>
                </a:lnTo>
                <a:lnTo>
                  <a:pt x="1324355" y="69128"/>
                </a:lnTo>
                <a:close/>
              </a:path>
              <a:path w="1372235" h="171450">
                <a:moveTo>
                  <a:pt x="1333896" y="69128"/>
                </a:moveTo>
                <a:lnTo>
                  <a:pt x="1324355" y="69128"/>
                </a:lnTo>
                <a:lnTo>
                  <a:pt x="1324234" y="102156"/>
                </a:lnTo>
                <a:lnTo>
                  <a:pt x="1333896" y="102156"/>
                </a:lnTo>
                <a:lnTo>
                  <a:pt x="1333896" y="69128"/>
                </a:lnTo>
                <a:close/>
              </a:path>
              <a:path w="1372235" h="171450">
                <a:moveTo>
                  <a:pt x="1263313" y="66511"/>
                </a:moveTo>
                <a:lnTo>
                  <a:pt x="1296565" y="85967"/>
                </a:lnTo>
                <a:lnTo>
                  <a:pt x="1324355" y="69128"/>
                </a:lnTo>
                <a:lnTo>
                  <a:pt x="1333896" y="69128"/>
                </a:lnTo>
                <a:lnTo>
                  <a:pt x="1333896" y="66592"/>
                </a:lnTo>
                <a:lnTo>
                  <a:pt x="1263313" y="665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5" name="object 39"/>
          <p:cNvSpPr>
            <a:spLocks noChangeArrowheads="1"/>
          </p:cNvSpPr>
          <p:nvPr/>
        </p:nvSpPr>
        <p:spPr bwMode="auto">
          <a:xfrm>
            <a:off x="7789863" y="5068888"/>
            <a:ext cx="1625600" cy="423862"/>
          </a:xfrm>
          <a:prstGeom prst="rect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6" name="object 40"/>
          <p:cNvSpPr>
            <a:spLocks/>
          </p:cNvSpPr>
          <p:nvPr/>
        </p:nvSpPr>
        <p:spPr bwMode="auto">
          <a:xfrm>
            <a:off x="8001000" y="5172075"/>
            <a:ext cx="1371600" cy="171450"/>
          </a:xfrm>
          <a:custGeom>
            <a:avLst/>
            <a:gdLst>
              <a:gd name="T0" fmla="*/ 153655 w 1372234"/>
              <a:gd name="T1" fmla="*/ 0 h 171450"/>
              <a:gd name="T2" fmla="*/ 141955 w 1372234"/>
              <a:gd name="T3" fmla="*/ 2509 h 171450"/>
              <a:gd name="T4" fmla="*/ 0 w 1372234"/>
              <a:gd name="T5" fmla="*/ 85435 h 171450"/>
              <a:gd name="T6" fmla="*/ 141833 w 1372234"/>
              <a:gd name="T7" fmla="*/ 168743 h 171450"/>
              <a:gd name="T8" fmla="*/ 150462 w 1372234"/>
              <a:gd name="T9" fmla="*/ 171197 h 171450"/>
              <a:gd name="T10" fmla="*/ 160833 w 1372234"/>
              <a:gd name="T11" fmla="*/ 167665 h 171450"/>
              <a:gd name="T12" fmla="*/ 169885 w 1372234"/>
              <a:gd name="T13" fmla="*/ 156506 h 171450"/>
              <a:gd name="T14" fmla="*/ 168841 w 1372234"/>
              <a:gd name="T15" fmla="*/ 144856 h 171450"/>
              <a:gd name="T16" fmla="*/ 160919 w 1372234"/>
              <a:gd name="T17" fmla="*/ 135859 h 171450"/>
              <a:gd name="T18" fmla="*/ 107683 w 1372234"/>
              <a:gd name="T19" fmla="*/ 104566 h 171450"/>
              <a:gd name="T20" fmla="*/ 37686 w 1372234"/>
              <a:gd name="T21" fmla="*/ 104485 h 171450"/>
              <a:gd name="T22" fmla="*/ 37686 w 1372234"/>
              <a:gd name="T23" fmla="*/ 66385 h 171450"/>
              <a:gd name="T24" fmla="*/ 105573 w 1372234"/>
              <a:gd name="T25" fmla="*/ 66385 h 171450"/>
              <a:gd name="T26" fmla="*/ 167674 w 1372234"/>
              <a:gd name="T27" fmla="*/ 28583 h 171450"/>
              <a:gd name="T28" fmla="*/ 169450 w 1372234"/>
              <a:gd name="T29" fmla="*/ 17938 h 171450"/>
              <a:gd name="T30" fmla="*/ 164264 w 1372234"/>
              <a:gd name="T31" fmla="*/ 4819 h 171450"/>
              <a:gd name="T32" fmla="*/ 153655 w 1372234"/>
              <a:gd name="T33" fmla="*/ 0 h 171450"/>
              <a:gd name="T34" fmla="*/ 105444 w 1372234"/>
              <a:gd name="T35" fmla="*/ 66463 h 171450"/>
              <a:gd name="T36" fmla="*/ 74697 w 1372234"/>
              <a:gd name="T37" fmla="*/ 85178 h 171450"/>
              <a:gd name="T38" fmla="*/ 107683 w 1372234"/>
              <a:gd name="T39" fmla="*/ 104566 h 171450"/>
              <a:gd name="T40" fmla="*/ 1365397 w 1372234"/>
              <a:gd name="T41" fmla="*/ 106009 h 171450"/>
              <a:gd name="T42" fmla="*/ 1365397 w 1372234"/>
              <a:gd name="T43" fmla="*/ 67909 h 171450"/>
              <a:gd name="T44" fmla="*/ 105444 w 1372234"/>
              <a:gd name="T45" fmla="*/ 66463 h 171450"/>
              <a:gd name="T46" fmla="*/ 37686 w 1372234"/>
              <a:gd name="T47" fmla="*/ 66385 h 171450"/>
              <a:gd name="T48" fmla="*/ 37686 w 1372234"/>
              <a:gd name="T49" fmla="*/ 104485 h 171450"/>
              <a:gd name="T50" fmla="*/ 107683 w 1372234"/>
              <a:gd name="T51" fmla="*/ 104566 h 171450"/>
              <a:gd name="T52" fmla="*/ 103232 w 1372234"/>
              <a:gd name="T53" fmla="*/ 101950 h 171450"/>
              <a:gd name="T54" fmla="*/ 47145 w 1372234"/>
              <a:gd name="T55" fmla="*/ 101950 h 171450"/>
              <a:gd name="T56" fmla="*/ 47267 w 1372234"/>
              <a:gd name="T57" fmla="*/ 69052 h 171450"/>
              <a:gd name="T58" fmla="*/ 101191 w 1372234"/>
              <a:gd name="T59" fmla="*/ 69052 h 171450"/>
              <a:gd name="T60" fmla="*/ 105444 w 1372234"/>
              <a:gd name="T61" fmla="*/ 66463 h 171450"/>
              <a:gd name="T62" fmla="*/ 37686 w 1372234"/>
              <a:gd name="T63" fmla="*/ 66385 h 171450"/>
              <a:gd name="T64" fmla="*/ 47267 w 1372234"/>
              <a:gd name="T65" fmla="*/ 69052 h 171450"/>
              <a:gd name="T66" fmla="*/ 47145 w 1372234"/>
              <a:gd name="T67" fmla="*/ 101950 h 171450"/>
              <a:gd name="T68" fmla="*/ 74697 w 1372234"/>
              <a:gd name="T69" fmla="*/ 85178 h 171450"/>
              <a:gd name="T70" fmla="*/ 47267 w 1372234"/>
              <a:gd name="T71" fmla="*/ 69052 h 171450"/>
              <a:gd name="T72" fmla="*/ 74697 w 1372234"/>
              <a:gd name="T73" fmla="*/ 85178 h 171450"/>
              <a:gd name="T74" fmla="*/ 47145 w 1372234"/>
              <a:gd name="T75" fmla="*/ 101950 h 171450"/>
              <a:gd name="T76" fmla="*/ 103232 w 1372234"/>
              <a:gd name="T77" fmla="*/ 101950 h 171450"/>
              <a:gd name="T78" fmla="*/ 74697 w 1372234"/>
              <a:gd name="T79" fmla="*/ 85178 h 171450"/>
              <a:gd name="T80" fmla="*/ 101191 w 1372234"/>
              <a:gd name="T81" fmla="*/ 69052 h 171450"/>
              <a:gd name="T82" fmla="*/ 47267 w 1372234"/>
              <a:gd name="T83" fmla="*/ 69052 h 171450"/>
              <a:gd name="T84" fmla="*/ 74697 w 1372234"/>
              <a:gd name="T85" fmla="*/ 85178 h 171450"/>
              <a:gd name="T86" fmla="*/ 101191 w 1372234"/>
              <a:gd name="T87" fmla="*/ 69052 h 171450"/>
              <a:gd name="T88" fmla="*/ 105573 w 1372234"/>
              <a:gd name="T89" fmla="*/ 66385 h 171450"/>
              <a:gd name="T90" fmla="*/ 37686 w 1372234"/>
              <a:gd name="T91" fmla="*/ 66385 h 171450"/>
              <a:gd name="T92" fmla="*/ 105444 w 1372234"/>
              <a:gd name="T93" fmla="*/ 66463 h 171450"/>
              <a:gd name="T94" fmla="*/ 105573 w 1372234"/>
              <a:gd name="T95" fmla="*/ 66385 h 17145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1372234"/>
              <a:gd name="T145" fmla="*/ 0 h 171450"/>
              <a:gd name="T146" fmla="*/ 1372234 w 1372234"/>
              <a:gd name="T147" fmla="*/ 171450 h 17145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1372234" h="171450">
                <a:moveTo>
                  <a:pt x="154365" y="0"/>
                </a:moveTo>
                <a:lnTo>
                  <a:pt x="142615" y="2509"/>
                </a:lnTo>
                <a:lnTo>
                  <a:pt x="0" y="85435"/>
                </a:lnTo>
                <a:lnTo>
                  <a:pt x="142493" y="168743"/>
                </a:lnTo>
                <a:lnTo>
                  <a:pt x="151162" y="171197"/>
                </a:lnTo>
                <a:lnTo>
                  <a:pt x="161578" y="167665"/>
                </a:lnTo>
                <a:lnTo>
                  <a:pt x="170675" y="156506"/>
                </a:lnTo>
                <a:lnTo>
                  <a:pt x="169621" y="144856"/>
                </a:lnTo>
                <a:lnTo>
                  <a:pt x="161665" y="135859"/>
                </a:lnTo>
                <a:lnTo>
                  <a:pt x="108183" y="104566"/>
                </a:lnTo>
                <a:lnTo>
                  <a:pt x="37856" y="104485"/>
                </a:lnTo>
                <a:lnTo>
                  <a:pt x="37856" y="66385"/>
                </a:lnTo>
                <a:lnTo>
                  <a:pt x="106063" y="66385"/>
                </a:lnTo>
                <a:lnTo>
                  <a:pt x="168454" y="28583"/>
                </a:lnTo>
                <a:lnTo>
                  <a:pt x="170235" y="17938"/>
                </a:lnTo>
                <a:lnTo>
                  <a:pt x="165024" y="4819"/>
                </a:lnTo>
                <a:lnTo>
                  <a:pt x="154365" y="0"/>
                </a:lnTo>
                <a:close/>
              </a:path>
              <a:path w="1372234" h="171450">
                <a:moveTo>
                  <a:pt x="105934" y="66463"/>
                </a:moveTo>
                <a:lnTo>
                  <a:pt x="75047" y="85178"/>
                </a:lnTo>
                <a:lnTo>
                  <a:pt x="108183" y="104566"/>
                </a:lnTo>
                <a:lnTo>
                  <a:pt x="1371721" y="106009"/>
                </a:lnTo>
                <a:lnTo>
                  <a:pt x="1371721" y="67909"/>
                </a:lnTo>
                <a:lnTo>
                  <a:pt x="105934" y="66463"/>
                </a:lnTo>
                <a:close/>
              </a:path>
              <a:path w="1372234" h="171450">
                <a:moveTo>
                  <a:pt x="37856" y="66385"/>
                </a:moveTo>
                <a:lnTo>
                  <a:pt x="37856" y="104485"/>
                </a:lnTo>
                <a:lnTo>
                  <a:pt x="108183" y="104566"/>
                </a:lnTo>
                <a:lnTo>
                  <a:pt x="103712" y="101950"/>
                </a:lnTo>
                <a:lnTo>
                  <a:pt x="47365" y="101950"/>
                </a:lnTo>
                <a:lnTo>
                  <a:pt x="47487" y="69052"/>
                </a:lnTo>
                <a:lnTo>
                  <a:pt x="101661" y="69052"/>
                </a:lnTo>
                <a:lnTo>
                  <a:pt x="105934" y="66463"/>
                </a:lnTo>
                <a:lnTo>
                  <a:pt x="37856" y="66385"/>
                </a:lnTo>
                <a:close/>
              </a:path>
              <a:path w="1372234" h="171450">
                <a:moveTo>
                  <a:pt x="47487" y="69052"/>
                </a:moveTo>
                <a:lnTo>
                  <a:pt x="47365" y="101950"/>
                </a:lnTo>
                <a:lnTo>
                  <a:pt x="75047" y="85178"/>
                </a:lnTo>
                <a:lnTo>
                  <a:pt x="47487" y="69052"/>
                </a:lnTo>
                <a:close/>
              </a:path>
              <a:path w="1372234" h="171450">
                <a:moveTo>
                  <a:pt x="75047" y="85178"/>
                </a:moveTo>
                <a:lnTo>
                  <a:pt x="47365" y="101950"/>
                </a:lnTo>
                <a:lnTo>
                  <a:pt x="103712" y="101950"/>
                </a:lnTo>
                <a:lnTo>
                  <a:pt x="75047" y="85178"/>
                </a:lnTo>
                <a:close/>
              </a:path>
              <a:path w="1372234" h="171450">
                <a:moveTo>
                  <a:pt x="101661" y="69052"/>
                </a:moveTo>
                <a:lnTo>
                  <a:pt x="47487" y="69052"/>
                </a:lnTo>
                <a:lnTo>
                  <a:pt x="75047" y="85178"/>
                </a:lnTo>
                <a:lnTo>
                  <a:pt x="101661" y="69052"/>
                </a:lnTo>
                <a:close/>
              </a:path>
              <a:path w="1372234" h="171450">
                <a:moveTo>
                  <a:pt x="106063" y="66385"/>
                </a:moveTo>
                <a:lnTo>
                  <a:pt x="37856" y="66385"/>
                </a:lnTo>
                <a:lnTo>
                  <a:pt x="105934" y="66463"/>
                </a:lnTo>
                <a:lnTo>
                  <a:pt x="106063" y="6638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7" name="object 41"/>
          <p:cNvSpPr>
            <a:spLocks noChangeArrowheads="1"/>
          </p:cNvSpPr>
          <p:nvPr/>
        </p:nvSpPr>
        <p:spPr bwMode="auto">
          <a:xfrm>
            <a:off x="3216276" y="4552950"/>
            <a:ext cx="123825" cy="84613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8" name="object 42"/>
          <p:cNvSpPr>
            <a:spLocks/>
          </p:cNvSpPr>
          <p:nvPr/>
        </p:nvSpPr>
        <p:spPr bwMode="auto">
          <a:xfrm>
            <a:off x="3276600" y="4572000"/>
            <a:ext cx="1588" cy="762000"/>
          </a:xfrm>
          <a:custGeom>
            <a:avLst/>
            <a:gdLst>
              <a:gd name="T0" fmla="*/ 268 w 1905"/>
              <a:gd name="T1" fmla="*/ 0 h 762000"/>
              <a:gd name="T2" fmla="*/ 0 w 1905"/>
              <a:gd name="T3" fmla="*/ 761999 h 762000"/>
              <a:gd name="T4" fmla="*/ 0 60000 65536"/>
              <a:gd name="T5" fmla="*/ 0 60000 65536"/>
              <a:gd name="T6" fmla="*/ 0 w 1905"/>
              <a:gd name="T7" fmla="*/ 0 h 762000"/>
              <a:gd name="T8" fmla="*/ 1905 w 1905"/>
              <a:gd name="T9" fmla="*/ 762000 h 7620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05" h="762000">
                <a:moveTo>
                  <a:pt x="1655" y="0"/>
                </a:moveTo>
                <a:lnTo>
                  <a:pt x="0" y="761999"/>
                </a:lnTo>
              </a:path>
            </a:pathLst>
          </a:custGeom>
          <a:noFill/>
          <a:ln w="380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39" name="object 43"/>
          <p:cNvSpPr>
            <a:spLocks/>
          </p:cNvSpPr>
          <p:nvPr/>
        </p:nvSpPr>
        <p:spPr bwMode="auto">
          <a:xfrm>
            <a:off x="4705350" y="5791200"/>
            <a:ext cx="3295650" cy="228600"/>
          </a:xfrm>
          <a:custGeom>
            <a:avLst/>
            <a:gdLst>
              <a:gd name="T0" fmla="*/ 31246 w 3295650"/>
              <a:gd name="T1" fmla="*/ 146231 h 227964"/>
              <a:gd name="T2" fmla="*/ 16404 w 3295650"/>
              <a:gd name="T3" fmla="*/ 149413 h 227964"/>
              <a:gd name="T4" fmla="*/ 5731 w 3295650"/>
              <a:gd name="T5" fmla="*/ 158092 h 227964"/>
              <a:gd name="T6" fmla="*/ 392 w 3295650"/>
              <a:gd name="T7" fmla="*/ 170628 h 227964"/>
              <a:gd name="T8" fmla="*/ 0 w 3295650"/>
              <a:gd name="T9" fmla="*/ 175486 h 227964"/>
              <a:gd name="T10" fmla="*/ 0 w 3295650"/>
              <a:gd name="T11" fmla="*/ 234252 h 227964"/>
              <a:gd name="T12" fmla="*/ 38628 w 3295650"/>
              <a:gd name="T13" fmla="*/ 218823 h 227964"/>
              <a:gd name="T14" fmla="*/ 56903 w 3295650"/>
              <a:gd name="T15" fmla="*/ 180991 h 227964"/>
              <a:gd name="T16" fmla="*/ 57149 w 3295650"/>
              <a:gd name="T17" fmla="*/ 175486 h 227964"/>
              <a:gd name="T18" fmla="*/ 53654 w 3295650"/>
              <a:gd name="T19" fmla="*/ 161405 h 227964"/>
              <a:gd name="T20" fmla="*/ 44402 w 3295650"/>
              <a:gd name="T21" fmla="*/ 151028 h 227964"/>
              <a:gd name="T22" fmla="*/ 31246 w 3295650"/>
              <a:gd name="T23" fmla="*/ 146231 h 227964"/>
              <a:gd name="T24" fmla="*/ 3295340 w 3295650"/>
              <a:gd name="T25" fmla="*/ 62815 h 227964"/>
              <a:gd name="T26" fmla="*/ 3238106 w 3295650"/>
              <a:gd name="T27" fmla="*/ 62815 h 227964"/>
              <a:gd name="T28" fmla="*/ 3238498 w 3295650"/>
              <a:gd name="T29" fmla="*/ 116722 h 227964"/>
              <a:gd name="T30" fmla="*/ 3277128 w 3295650"/>
              <a:gd name="T31" fmla="*/ 101294 h 227964"/>
              <a:gd name="T32" fmla="*/ 3295402 w 3295650"/>
              <a:gd name="T33" fmla="*/ 63463 h 227964"/>
              <a:gd name="T34" fmla="*/ 3295340 w 3295650"/>
              <a:gd name="T35" fmla="*/ 62815 h 227964"/>
              <a:gd name="T36" fmla="*/ 3247972 w 3295650"/>
              <a:gd name="T37" fmla="*/ 0 h 227964"/>
              <a:gd name="T38" fmla="*/ 3204274 w 3295650"/>
              <a:gd name="T39" fmla="*/ 12420 h 227964"/>
              <a:gd name="T40" fmla="*/ 3182760 w 3295650"/>
              <a:gd name="T41" fmla="*/ 45027 h 227964"/>
              <a:gd name="T42" fmla="*/ 3181348 w 3295650"/>
              <a:gd name="T43" fmla="*/ 57957 h 227964"/>
              <a:gd name="T44" fmla="*/ 3184842 w 3295650"/>
              <a:gd name="T45" fmla="*/ 72034 h 227964"/>
              <a:gd name="T46" fmla="*/ 3194092 w 3295650"/>
              <a:gd name="T47" fmla="*/ 82409 h 227964"/>
              <a:gd name="T48" fmla="*/ 3207254 w 3295650"/>
              <a:gd name="T49" fmla="*/ 87213 h 227964"/>
              <a:gd name="T50" fmla="*/ 3222096 w 3295650"/>
              <a:gd name="T51" fmla="*/ 84032 h 227964"/>
              <a:gd name="T52" fmla="*/ 3232768 w 3295650"/>
              <a:gd name="T53" fmla="*/ 75352 h 227964"/>
              <a:gd name="T54" fmla="*/ 3238106 w 3295650"/>
              <a:gd name="T55" fmla="*/ 62815 h 227964"/>
              <a:gd name="T56" fmla="*/ 3295340 w 3295650"/>
              <a:gd name="T57" fmla="*/ 62815 h 227964"/>
              <a:gd name="T58" fmla="*/ 3281934 w 3295650"/>
              <a:gd name="T59" fmla="*/ 20705 h 227964"/>
              <a:gd name="T60" fmla="*/ 3260912 w 3295650"/>
              <a:gd name="T61" fmla="*/ 3961 h 227964"/>
              <a:gd name="T62" fmla="*/ 3247972 w 3295650"/>
              <a:gd name="T63" fmla="*/ 0 h 22796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3295650"/>
              <a:gd name="T97" fmla="*/ 0 h 227964"/>
              <a:gd name="T98" fmla="*/ 3295650 w 3295650"/>
              <a:gd name="T99" fmla="*/ 227964 h 227964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3295650" h="227964">
                <a:moveTo>
                  <a:pt x="31246" y="142213"/>
                </a:moveTo>
                <a:lnTo>
                  <a:pt x="16404" y="145307"/>
                </a:lnTo>
                <a:lnTo>
                  <a:pt x="5731" y="153748"/>
                </a:lnTo>
                <a:lnTo>
                  <a:pt x="392" y="165940"/>
                </a:lnTo>
                <a:lnTo>
                  <a:pt x="0" y="170665"/>
                </a:lnTo>
                <a:lnTo>
                  <a:pt x="0" y="227815"/>
                </a:lnTo>
                <a:lnTo>
                  <a:pt x="38628" y="212811"/>
                </a:lnTo>
                <a:lnTo>
                  <a:pt x="56903" y="176018"/>
                </a:lnTo>
                <a:lnTo>
                  <a:pt x="57149" y="170665"/>
                </a:lnTo>
                <a:lnTo>
                  <a:pt x="53654" y="156970"/>
                </a:lnTo>
                <a:lnTo>
                  <a:pt x="44402" y="146878"/>
                </a:lnTo>
                <a:lnTo>
                  <a:pt x="31246" y="142213"/>
                </a:lnTo>
                <a:close/>
              </a:path>
              <a:path w="3295650" h="227964">
                <a:moveTo>
                  <a:pt x="3295341" y="61090"/>
                </a:moveTo>
                <a:lnTo>
                  <a:pt x="3238107" y="61090"/>
                </a:lnTo>
                <a:lnTo>
                  <a:pt x="3238499" y="113515"/>
                </a:lnTo>
                <a:lnTo>
                  <a:pt x="3277128" y="98511"/>
                </a:lnTo>
                <a:lnTo>
                  <a:pt x="3295403" y="61718"/>
                </a:lnTo>
                <a:lnTo>
                  <a:pt x="3295341" y="61090"/>
                </a:lnTo>
                <a:close/>
              </a:path>
              <a:path w="3295650" h="227964">
                <a:moveTo>
                  <a:pt x="3247972" y="0"/>
                </a:moveTo>
                <a:lnTo>
                  <a:pt x="3204274" y="12079"/>
                </a:lnTo>
                <a:lnTo>
                  <a:pt x="3182760" y="43789"/>
                </a:lnTo>
                <a:lnTo>
                  <a:pt x="3181349" y="56365"/>
                </a:lnTo>
                <a:lnTo>
                  <a:pt x="3184842" y="70055"/>
                </a:lnTo>
                <a:lnTo>
                  <a:pt x="3194092" y="80145"/>
                </a:lnTo>
                <a:lnTo>
                  <a:pt x="3207255" y="84816"/>
                </a:lnTo>
                <a:lnTo>
                  <a:pt x="3222096" y="81723"/>
                </a:lnTo>
                <a:lnTo>
                  <a:pt x="3232769" y="73282"/>
                </a:lnTo>
                <a:lnTo>
                  <a:pt x="3238107" y="61090"/>
                </a:lnTo>
                <a:lnTo>
                  <a:pt x="3295341" y="61090"/>
                </a:lnTo>
                <a:lnTo>
                  <a:pt x="3281934" y="20137"/>
                </a:lnTo>
                <a:lnTo>
                  <a:pt x="3260912" y="3851"/>
                </a:lnTo>
                <a:lnTo>
                  <a:pt x="3247972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40" name="object 44"/>
          <p:cNvSpPr>
            <a:spLocks/>
          </p:cNvSpPr>
          <p:nvPr/>
        </p:nvSpPr>
        <p:spPr bwMode="auto">
          <a:xfrm>
            <a:off x="4648200" y="5791200"/>
            <a:ext cx="3352800" cy="914400"/>
          </a:xfrm>
          <a:custGeom>
            <a:avLst/>
            <a:gdLst>
              <a:gd name="T0" fmla="*/ 0 w 3352800"/>
              <a:gd name="T1" fmla="*/ 171202 h 914400"/>
              <a:gd name="T2" fmla="*/ 14987 w 3352800"/>
              <a:gd name="T3" fmla="*/ 132604 h 914400"/>
              <a:gd name="T4" fmla="*/ 51790 w 3352800"/>
              <a:gd name="T5" fmla="*/ 114299 h 914400"/>
              <a:gd name="T6" fmla="*/ 57149 w 3352800"/>
              <a:gd name="T7" fmla="*/ 114052 h 914400"/>
              <a:gd name="T8" fmla="*/ 3238498 w 3352800"/>
              <a:gd name="T9" fmla="*/ 114052 h 914400"/>
              <a:gd name="T10" fmla="*/ 3238498 w 3352800"/>
              <a:gd name="T11" fmla="*/ 56902 h 914400"/>
              <a:gd name="T12" fmla="*/ 3253486 w 3352800"/>
              <a:gd name="T13" fmla="*/ 18304 h 914400"/>
              <a:gd name="T14" fmla="*/ 3290290 w 3352800"/>
              <a:gd name="T15" fmla="*/ 0 h 914400"/>
              <a:gd name="T16" fmla="*/ 3306080 w 3352800"/>
              <a:gd name="T17" fmla="*/ 1558 h 914400"/>
              <a:gd name="T18" fmla="*/ 3341374 w 3352800"/>
              <a:gd name="T19" fmla="*/ 23067 h 914400"/>
              <a:gd name="T20" fmla="*/ 3352798 w 3352800"/>
              <a:gd name="T21" fmla="*/ 56902 h 914400"/>
              <a:gd name="T22" fmla="*/ 3352798 w 3352800"/>
              <a:gd name="T23" fmla="*/ 742702 h 914400"/>
              <a:gd name="T24" fmla="*/ 3350984 w 3352800"/>
              <a:gd name="T25" fmla="*/ 757062 h 914400"/>
              <a:gd name="T26" fmla="*/ 3345842 w 3352800"/>
              <a:gd name="T27" fmla="*/ 770081 h 914400"/>
              <a:gd name="T28" fmla="*/ 3314956 w 3352800"/>
              <a:gd name="T29" fmla="*/ 796519 h 914400"/>
              <a:gd name="T30" fmla="*/ 3295648 w 3352800"/>
              <a:gd name="T31" fmla="*/ 799852 h 914400"/>
              <a:gd name="T32" fmla="*/ 114299 w 3352800"/>
              <a:gd name="T33" fmla="*/ 799852 h 914400"/>
              <a:gd name="T34" fmla="*/ 114299 w 3352800"/>
              <a:gd name="T35" fmla="*/ 857002 h 914400"/>
              <a:gd name="T36" fmla="*/ 99322 w 3352800"/>
              <a:gd name="T37" fmla="*/ 895601 h 914400"/>
              <a:gd name="T38" fmla="*/ 62514 w 3352800"/>
              <a:gd name="T39" fmla="*/ 913905 h 914400"/>
              <a:gd name="T40" fmla="*/ 46731 w 3352800"/>
              <a:gd name="T41" fmla="*/ 912347 h 914400"/>
              <a:gd name="T42" fmla="*/ 11434 w 3352800"/>
              <a:gd name="T43" fmla="*/ 890839 h 914400"/>
              <a:gd name="T44" fmla="*/ 0 w 3352800"/>
              <a:gd name="T45" fmla="*/ 857002 h 914400"/>
              <a:gd name="T46" fmla="*/ 0 w 3352800"/>
              <a:gd name="T47" fmla="*/ 171202 h 91440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352800"/>
              <a:gd name="T73" fmla="*/ 0 h 914400"/>
              <a:gd name="T74" fmla="*/ 3352800 w 3352800"/>
              <a:gd name="T75" fmla="*/ 914400 h 91440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352800" h="914400">
                <a:moveTo>
                  <a:pt x="0" y="171202"/>
                </a:moveTo>
                <a:lnTo>
                  <a:pt x="14987" y="132604"/>
                </a:lnTo>
                <a:lnTo>
                  <a:pt x="51790" y="114299"/>
                </a:lnTo>
                <a:lnTo>
                  <a:pt x="57149" y="114052"/>
                </a:lnTo>
                <a:lnTo>
                  <a:pt x="3238499" y="114052"/>
                </a:lnTo>
                <a:lnTo>
                  <a:pt x="3238499" y="56902"/>
                </a:lnTo>
                <a:lnTo>
                  <a:pt x="3253487" y="18304"/>
                </a:lnTo>
                <a:lnTo>
                  <a:pt x="3290290" y="0"/>
                </a:lnTo>
                <a:lnTo>
                  <a:pt x="3306081" y="1558"/>
                </a:lnTo>
                <a:lnTo>
                  <a:pt x="3341375" y="23067"/>
                </a:lnTo>
                <a:lnTo>
                  <a:pt x="3352799" y="56902"/>
                </a:lnTo>
                <a:lnTo>
                  <a:pt x="3352799" y="742702"/>
                </a:lnTo>
                <a:lnTo>
                  <a:pt x="3350985" y="757062"/>
                </a:lnTo>
                <a:lnTo>
                  <a:pt x="3345842" y="770081"/>
                </a:lnTo>
                <a:lnTo>
                  <a:pt x="3314957" y="796519"/>
                </a:lnTo>
                <a:lnTo>
                  <a:pt x="3295649" y="799852"/>
                </a:lnTo>
                <a:lnTo>
                  <a:pt x="114299" y="799852"/>
                </a:lnTo>
                <a:lnTo>
                  <a:pt x="114299" y="857002"/>
                </a:lnTo>
                <a:lnTo>
                  <a:pt x="99322" y="895601"/>
                </a:lnTo>
                <a:lnTo>
                  <a:pt x="62514" y="913905"/>
                </a:lnTo>
                <a:lnTo>
                  <a:pt x="46731" y="912347"/>
                </a:lnTo>
                <a:lnTo>
                  <a:pt x="11434" y="890839"/>
                </a:lnTo>
                <a:lnTo>
                  <a:pt x="0" y="857002"/>
                </a:lnTo>
                <a:lnTo>
                  <a:pt x="0" y="171202"/>
                </a:lnTo>
                <a:close/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41" name="object 45"/>
          <p:cNvSpPr>
            <a:spLocks/>
          </p:cNvSpPr>
          <p:nvPr/>
        </p:nvSpPr>
        <p:spPr bwMode="auto">
          <a:xfrm>
            <a:off x="7886700" y="5853114"/>
            <a:ext cx="114300" cy="52387"/>
          </a:xfrm>
          <a:custGeom>
            <a:avLst/>
            <a:gdLst>
              <a:gd name="T0" fmla="*/ 0 w 114300"/>
              <a:gd name="T1" fmla="*/ 55037 h 52070"/>
              <a:gd name="T2" fmla="*/ 57149 w 114300"/>
              <a:gd name="T3" fmla="*/ 55037 h 52070"/>
              <a:gd name="T4" fmla="*/ 71535 w 114300"/>
              <a:gd name="T5" fmla="*/ 53104 h 52070"/>
              <a:gd name="T6" fmla="*/ 84561 w 114300"/>
              <a:gd name="T7" fmla="*/ 47629 h 52070"/>
              <a:gd name="T8" fmla="*/ 95778 w 114300"/>
              <a:gd name="T9" fmla="*/ 39096 h 52070"/>
              <a:gd name="T10" fmla="*/ 104733 w 114300"/>
              <a:gd name="T11" fmla="*/ 27985 h 52070"/>
              <a:gd name="T12" fmla="*/ 110975 w 114300"/>
              <a:gd name="T13" fmla="*/ 14795 h 52070"/>
              <a:gd name="T14" fmla="*/ 114053 w 114300"/>
              <a:gd name="T15" fmla="*/ 0 h 5207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4300"/>
              <a:gd name="T25" fmla="*/ 0 h 52070"/>
              <a:gd name="T26" fmla="*/ 114300 w 114300"/>
              <a:gd name="T27" fmla="*/ 52070 h 5207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4300" h="52070">
                <a:moveTo>
                  <a:pt x="0" y="51797"/>
                </a:moveTo>
                <a:lnTo>
                  <a:pt x="57149" y="51797"/>
                </a:lnTo>
                <a:lnTo>
                  <a:pt x="71535" y="49977"/>
                </a:lnTo>
                <a:lnTo>
                  <a:pt x="84561" y="44824"/>
                </a:lnTo>
                <a:lnTo>
                  <a:pt x="95778" y="36793"/>
                </a:lnTo>
                <a:lnTo>
                  <a:pt x="104733" y="26340"/>
                </a:lnTo>
                <a:lnTo>
                  <a:pt x="110975" y="13924"/>
                </a:lnTo>
                <a:lnTo>
                  <a:pt x="114053" y="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42" name="object 46"/>
          <p:cNvSpPr>
            <a:spLocks/>
          </p:cNvSpPr>
          <p:nvPr/>
        </p:nvSpPr>
        <p:spPr bwMode="auto">
          <a:xfrm>
            <a:off x="7886700" y="5848350"/>
            <a:ext cx="57150" cy="57150"/>
          </a:xfrm>
          <a:custGeom>
            <a:avLst/>
            <a:gdLst>
              <a:gd name="T0" fmla="*/ 57149 w 57150"/>
              <a:gd name="T1" fmla="*/ 57149 h 57150"/>
              <a:gd name="T2" fmla="*/ 57149 w 57150"/>
              <a:gd name="T3" fmla="*/ 0 h 57150"/>
              <a:gd name="T4" fmla="*/ 53654 w 57150"/>
              <a:gd name="T5" fmla="*/ 13695 h 57150"/>
              <a:gd name="T6" fmla="*/ 44402 w 57150"/>
              <a:gd name="T7" fmla="*/ 23787 h 57150"/>
              <a:gd name="T8" fmla="*/ 31246 w 57150"/>
              <a:gd name="T9" fmla="*/ 28452 h 57150"/>
              <a:gd name="T10" fmla="*/ 16404 w 57150"/>
              <a:gd name="T11" fmla="*/ 25357 h 57150"/>
              <a:gd name="T12" fmla="*/ 5731 w 57150"/>
              <a:gd name="T13" fmla="*/ 16917 h 57150"/>
              <a:gd name="T14" fmla="*/ 392 w 57150"/>
              <a:gd name="T15" fmla="*/ 4724 h 57150"/>
              <a:gd name="T16" fmla="*/ 0 w 57150"/>
              <a:gd name="T17" fmla="*/ 0 h 5715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150"/>
              <a:gd name="T28" fmla="*/ 0 h 57150"/>
              <a:gd name="T29" fmla="*/ 57150 w 57150"/>
              <a:gd name="T30" fmla="*/ 57150 h 5715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150" h="57150">
                <a:moveTo>
                  <a:pt x="57149" y="57149"/>
                </a:moveTo>
                <a:lnTo>
                  <a:pt x="57149" y="0"/>
                </a:lnTo>
                <a:lnTo>
                  <a:pt x="53654" y="13695"/>
                </a:lnTo>
                <a:lnTo>
                  <a:pt x="44402" y="23787"/>
                </a:lnTo>
                <a:lnTo>
                  <a:pt x="31246" y="28452"/>
                </a:lnTo>
                <a:lnTo>
                  <a:pt x="16404" y="25357"/>
                </a:lnTo>
                <a:lnTo>
                  <a:pt x="5731" y="16917"/>
                </a:lnTo>
                <a:lnTo>
                  <a:pt x="392" y="4724"/>
                </a:lnTo>
                <a:lnTo>
                  <a:pt x="0" y="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43" name="object 47"/>
          <p:cNvSpPr>
            <a:spLocks/>
          </p:cNvSpPr>
          <p:nvPr/>
        </p:nvSpPr>
        <p:spPr bwMode="auto">
          <a:xfrm>
            <a:off x="4648200" y="5934076"/>
            <a:ext cx="114300" cy="85725"/>
          </a:xfrm>
          <a:custGeom>
            <a:avLst/>
            <a:gdLst>
              <a:gd name="T0" fmla="*/ 57149 w 114300"/>
              <a:gd name="T1" fmla="*/ 85600 h 85725"/>
              <a:gd name="T2" fmla="*/ 57149 w 114300"/>
              <a:gd name="T3" fmla="*/ 28450 h 85725"/>
              <a:gd name="T4" fmla="*/ 60642 w 114300"/>
              <a:gd name="T5" fmla="*/ 14761 h 85725"/>
              <a:gd name="T6" fmla="*/ 69892 w 114300"/>
              <a:gd name="T7" fmla="*/ 4670 h 85725"/>
              <a:gd name="T8" fmla="*/ 83055 w 114300"/>
              <a:gd name="T9" fmla="*/ 0 h 85725"/>
              <a:gd name="T10" fmla="*/ 97896 w 114300"/>
              <a:gd name="T11" fmla="*/ 3093 h 85725"/>
              <a:gd name="T12" fmla="*/ 108569 w 114300"/>
              <a:gd name="T13" fmla="*/ 11533 h 85725"/>
              <a:gd name="T14" fmla="*/ 113907 w 114300"/>
              <a:gd name="T15" fmla="*/ 23725 h 85725"/>
              <a:gd name="T16" fmla="*/ 114299 w 114300"/>
              <a:gd name="T17" fmla="*/ 28450 h 85725"/>
              <a:gd name="T18" fmla="*/ 99322 w 114300"/>
              <a:gd name="T19" fmla="*/ 67048 h 85725"/>
              <a:gd name="T20" fmla="*/ 62514 w 114300"/>
              <a:gd name="T21" fmla="*/ 85352 h 85725"/>
              <a:gd name="T22" fmla="*/ 46731 w 114300"/>
              <a:gd name="T23" fmla="*/ 83794 h 85725"/>
              <a:gd name="T24" fmla="*/ 11434 w 114300"/>
              <a:gd name="T25" fmla="*/ 62286 h 85725"/>
              <a:gd name="T26" fmla="*/ 784 w 114300"/>
              <a:gd name="T27" fmla="*/ 37912 h 85725"/>
              <a:gd name="T28" fmla="*/ 0 w 114300"/>
              <a:gd name="T29" fmla="*/ 28450 h 857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4300"/>
              <a:gd name="T46" fmla="*/ 0 h 85725"/>
              <a:gd name="T47" fmla="*/ 114300 w 114300"/>
              <a:gd name="T48" fmla="*/ 85725 h 8572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4300" h="85725">
                <a:moveTo>
                  <a:pt x="57149" y="85600"/>
                </a:moveTo>
                <a:lnTo>
                  <a:pt x="57149" y="28450"/>
                </a:lnTo>
                <a:lnTo>
                  <a:pt x="60642" y="14761"/>
                </a:lnTo>
                <a:lnTo>
                  <a:pt x="69892" y="4670"/>
                </a:lnTo>
                <a:lnTo>
                  <a:pt x="83055" y="0"/>
                </a:lnTo>
                <a:lnTo>
                  <a:pt x="97896" y="3093"/>
                </a:lnTo>
                <a:lnTo>
                  <a:pt x="108569" y="11533"/>
                </a:lnTo>
                <a:lnTo>
                  <a:pt x="113907" y="23725"/>
                </a:lnTo>
                <a:lnTo>
                  <a:pt x="114299" y="28450"/>
                </a:lnTo>
                <a:lnTo>
                  <a:pt x="99322" y="67048"/>
                </a:lnTo>
                <a:lnTo>
                  <a:pt x="62514" y="85352"/>
                </a:lnTo>
                <a:lnTo>
                  <a:pt x="46731" y="83794"/>
                </a:lnTo>
                <a:lnTo>
                  <a:pt x="11434" y="62286"/>
                </a:lnTo>
                <a:lnTo>
                  <a:pt x="784" y="37912"/>
                </a:lnTo>
                <a:lnTo>
                  <a:pt x="0" y="28450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44" name="object 48"/>
          <p:cNvSpPr>
            <a:spLocks/>
          </p:cNvSpPr>
          <p:nvPr/>
        </p:nvSpPr>
        <p:spPr bwMode="auto">
          <a:xfrm>
            <a:off x="4762500" y="5962650"/>
            <a:ext cx="0" cy="628650"/>
          </a:xfrm>
          <a:custGeom>
            <a:avLst/>
            <a:gdLst>
              <a:gd name="T0" fmla="*/ 0 h 628650"/>
              <a:gd name="T1" fmla="*/ 628649 h 628650"/>
              <a:gd name="T2" fmla="*/ 0 60000 65536"/>
              <a:gd name="T3" fmla="*/ 0 60000 65536"/>
              <a:gd name="T4" fmla="*/ 0 h 628650"/>
              <a:gd name="T5" fmla="*/ 628650 h 62865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628650">
                <a:moveTo>
                  <a:pt x="0" y="0"/>
                </a:moveTo>
                <a:lnTo>
                  <a:pt x="0" y="628649"/>
                </a:lnTo>
              </a:path>
            </a:pathLst>
          </a:custGeom>
          <a:noFill/>
          <a:ln w="2539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65726" y="5113339"/>
            <a:ext cx="2378075" cy="139268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sz="2400" b="1" spc="-5" dirty="0">
                <a:solidFill>
                  <a:prstClr val="black"/>
                </a:solidFill>
                <a:latin typeface="Book Antiqua"/>
                <a:cs typeface="Book Antiqua"/>
              </a:rPr>
              <a:t>RE</a:t>
            </a:r>
            <a:r>
              <a:rPr sz="2400" b="1" spc="-15" dirty="0">
                <a:solidFill>
                  <a:prstClr val="black"/>
                </a:solidFill>
                <a:latin typeface="Book Antiqua"/>
                <a:cs typeface="Book Antiqua"/>
              </a:rPr>
              <a:t>C</a:t>
            </a:r>
            <a:r>
              <a:rPr sz="2400" b="1" spc="-25" dirty="0">
                <a:solidFill>
                  <a:prstClr val="black"/>
                </a:solidFill>
                <a:latin typeface="Book Antiqua"/>
                <a:cs typeface="Book Antiqua"/>
              </a:rPr>
              <a:t>RUITMENT</a:t>
            </a:r>
            <a:endParaRPr sz="2400">
              <a:solidFill>
                <a:prstClr val="black"/>
              </a:solidFill>
              <a:latin typeface="Book Antiqua"/>
              <a:cs typeface="Book Antiqua"/>
            </a:endParaRPr>
          </a:p>
          <a:p>
            <a:pPr>
              <a:defRPr/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  <a:defRPr/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sz="2400" b="1" spc="-15" dirty="0">
                <a:solidFill>
                  <a:prstClr val="black"/>
                </a:solidFill>
                <a:latin typeface="Book Antiqua"/>
                <a:cs typeface="Book Antiqua"/>
              </a:rPr>
              <a:t>SEL</a:t>
            </a:r>
            <a:r>
              <a:rPr sz="2400" b="1" spc="-25" dirty="0">
                <a:solidFill>
                  <a:prstClr val="black"/>
                </a:solidFill>
                <a:latin typeface="Book Antiqua"/>
                <a:cs typeface="Book Antiqua"/>
              </a:rPr>
              <a:t>E</a:t>
            </a:r>
            <a:r>
              <a:rPr sz="2400" b="1" spc="-5" dirty="0">
                <a:solidFill>
                  <a:prstClr val="black"/>
                </a:solidFill>
                <a:latin typeface="Book Antiqua"/>
                <a:cs typeface="Book Antiqua"/>
              </a:rPr>
              <a:t>C</a:t>
            </a:r>
            <a:r>
              <a:rPr sz="2400" b="1" spc="-10" dirty="0">
                <a:solidFill>
                  <a:prstClr val="black"/>
                </a:solidFill>
                <a:latin typeface="Book Antiqua"/>
                <a:cs typeface="Book Antiqua"/>
              </a:rPr>
              <a:t>T</a:t>
            </a:r>
            <a:r>
              <a:rPr sz="2400" b="1" spc="-5" dirty="0">
                <a:solidFill>
                  <a:prstClr val="black"/>
                </a:solidFill>
                <a:latin typeface="Book Antiqua"/>
                <a:cs typeface="Book Antiqua"/>
              </a:rPr>
              <a:t>I</a:t>
            </a:r>
            <a:r>
              <a:rPr sz="2400" b="1" dirty="0">
                <a:solidFill>
                  <a:prstClr val="black"/>
                </a:solidFill>
                <a:latin typeface="Book Antiqua"/>
                <a:cs typeface="Book Antiqua"/>
              </a:rPr>
              <a:t>ON</a:t>
            </a:r>
            <a:endParaRPr sz="2400">
              <a:solidFill>
                <a:prstClr val="black"/>
              </a:solidFill>
              <a:latin typeface="Book Antiqua"/>
              <a:cs typeface="Book Antiqu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89575" y="1978026"/>
            <a:ext cx="17462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b="1" dirty="0">
                <a:solidFill>
                  <a:prstClr val="black"/>
                </a:solidFill>
                <a:latin typeface="Book Antiqua"/>
                <a:cs typeface="Book Antiqua"/>
              </a:rPr>
              <a:t>HR</a:t>
            </a:r>
            <a:r>
              <a:rPr b="1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Book Antiqua"/>
                <a:cs typeface="Book Antiqua"/>
              </a:rPr>
              <a:t>PLANN</a:t>
            </a:r>
            <a:r>
              <a:rPr b="1" spc="-10" dirty="0">
                <a:solidFill>
                  <a:prstClr val="black"/>
                </a:solidFill>
                <a:latin typeface="Book Antiqua"/>
                <a:cs typeface="Book Antiqua"/>
              </a:rPr>
              <a:t>I</a:t>
            </a:r>
            <a:r>
              <a:rPr b="1" dirty="0">
                <a:solidFill>
                  <a:prstClr val="black"/>
                </a:solidFill>
                <a:latin typeface="Book Antiqua"/>
                <a:cs typeface="Book Antiqua"/>
              </a:rPr>
              <a:t>NG</a:t>
            </a:r>
            <a:endParaRPr>
              <a:solidFill>
                <a:prstClr val="black"/>
              </a:solidFill>
              <a:latin typeface="Book Antiqua"/>
              <a:cs typeface="Book Antiqu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54264" y="4167189"/>
            <a:ext cx="1920875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600" b="1" spc="-15" dirty="0">
                <a:solidFill>
                  <a:prstClr val="black"/>
                </a:solidFill>
                <a:latin typeface="Book Antiqua"/>
                <a:cs typeface="Book Antiqua"/>
              </a:rPr>
              <a:t>JOB</a:t>
            </a:r>
            <a:r>
              <a:rPr sz="1600" b="1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b="1" spc="-15" dirty="0">
                <a:solidFill>
                  <a:prstClr val="black"/>
                </a:solidFill>
                <a:latin typeface="Book Antiqua"/>
                <a:cs typeface="Book Antiqua"/>
              </a:rPr>
              <a:t>DESCRIPTION</a:t>
            </a:r>
            <a:endParaRPr sz="1600">
              <a:solidFill>
                <a:prstClr val="black"/>
              </a:solidFill>
              <a:latin typeface="Book Antiqua"/>
              <a:cs typeface="Book Antiqu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247063" y="4167189"/>
            <a:ext cx="210185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600" b="1" spc="-15" dirty="0">
                <a:solidFill>
                  <a:prstClr val="black"/>
                </a:solidFill>
                <a:latin typeface="Book Antiqua"/>
                <a:cs typeface="Book Antiqua"/>
              </a:rPr>
              <a:t>JOB</a:t>
            </a:r>
            <a:r>
              <a:rPr sz="1600" b="1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prstClr val="black"/>
                </a:solidFill>
                <a:latin typeface="Book Antiqua"/>
                <a:cs typeface="Book Antiqua"/>
              </a:rPr>
              <a:t>S</a:t>
            </a:r>
            <a:r>
              <a:rPr sz="1600" b="1" spc="-20" dirty="0">
                <a:solidFill>
                  <a:prstClr val="black"/>
                </a:solidFill>
                <a:latin typeface="Book Antiqua"/>
                <a:cs typeface="Book Antiqua"/>
              </a:rPr>
              <a:t>P</a:t>
            </a:r>
            <a:r>
              <a:rPr sz="1600" b="1" spc="-10" dirty="0">
                <a:solidFill>
                  <a:prstClr val="black"/>
                </a:solidFill>
                <a:latin typeface="Book Antiqua"/>
                <a:cs typeface="Book Antiqua"/>
              </a:rPr>
              <a:t>ECIFICATION</a:t>
            </a:r>
            <a:endParaRPr sz="1600">
              <a:solidFill>
                <a:prstClr val="black"/>
              </a:solidFill>
              <a:latin typeface="Book Antiqua"/>
              <a:cs typeface="Book Antiqu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61014" y="3024189"/>
            <a:ext cx="152558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600" b="1" spc="-15" dirty="0">
                <a:solidFill>
                  <a:prstClr val="black"/>
                </a:solidFill>
                <a:latin typeface="Book Antiqua"/>
                <a:cs typeface="Book Antiqua"/>
              </a:rPr>
              <a:t>JOB</a:t>
            </a:r>
            <a:r>
              <a:rPr sz="1600" b="1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b="1" spc="-25" dirty="0">
                <a:solidFill>
                  <a:prstClr val="black"/>
                </a:solidFill>
                <a:latin typeface="Book Antiqua"/>
                <a:cs typeface="Book Antiqua"/>
              </a:rPr>
              <a:t>A</a:t>
            </a:r>
            <a:r>
              <a:rPr sz="1600" b="1" spc="-15" dirty="0">
                <a:solidFill>
                  <a:prstClr val="black"/>
                </a:solidFill>
                <a:latin typeface="Book Antiqua"/>
                <a:cs typeface="Book Antiqua"/>
              </a:rPr>
              <a:t>NA</a:t>
            </a:r>
            <a:r>
              <a:rPr sz="1600" b="1" spc="-20" dirty="0">
                <a:solidFill>
                  <a:prstClr val="black"/>
                </a:solidFill>
                <a:latin typeface="Book Antiqua"/>
                <a:cs typeface="Book Antiqua"/>
              </a:rPr>
              <a:t>L</a:t>
            </a:r>
            <a:r>
              <a:rPr sz="1600" b="1" spc="-10" dirty="0">
                <a:solidFill>
                  <a:prstClr val="black"/>
                </a:solidFill>
                <a:latin typeface="Book Antiqua"/>
                <a:cs typeface="Book Antiqua"/>
              </a:rPr>
              <a:t>YSIS</a:t>
            </a:r>
            <a:endParaRPr sz="1600">
              <a:solidFill>
                <a:prstClr val="black"/>
              </a:solidFill>
              <a:latin typeface="Book Antiqua"/>
              <a:cs typeface="Book Antiqua"/>
            </a:endParaRPr>
          </a:p>
        </p:txBody>
      </p:sp>
      <p:sp>
        <p:nvSpPr>
          <p:cNvPr id="4150" name="object 54"/>
          <p:cNvSpPr>
            <a:spLocks noChangeArrowheads="1"/>
          </p:cNvSpPr>
          <p:nvPr/>
        </p:nvSpPr>
        <p:spPr bwMode="auto">
          <a:xfrm>
            <a:off x="6113463" y="5581650"/>
            <a:ext cx="423862" cy="522288"/>
          </a:xfrm>
          <a:prstGeom prst="rect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51" name="object 55"/>
          <p:cNvSpPr>
            <a:spLocks/>
          </p:cNvSpPr>
          <p:nvPr/>
        </p:nvSpPr>
        <p:spPr bwMode="auto">
          <a:xfrm>
            <a:off x="6238875" y="5600700"/>
            <a:ext cx="171450" cy="268288"/>
          </a:xfrm>
          <a:custGeom>
            <a:avLst/>
            <a:gdLst>
              <a:gd name="T0" fmla="*/ 17830 w 171450"/>
              <a:gd name="T1" fmla="*/ 100706 h 267335"/>
              <a:gd name="T2" fmla="*/ 4763 w 171450"/>
              <a:gd name="T3" fmla="*/ 106183 h 267335"/>
              <a:gd name="T4" fmla="*/ 0 w 171450"/>
              <a:gd name="T5" fmla="*/ 117286 h 267335"/>
              <a:gd name="T6" fmla="*/ 2551 w 171450"/>
              <a:gd name="T7" fmla="*/ 129406 h 267335"/>
              <a:gd name="T8" fmla="*/ 86493 w 171450"/>
              <a:gd name="T9" fmla="*/ 276569 h 267335"/>
              <a:gd name="T10" fmla="*/ 108186 w 171450"/>
              <a:gd name="T11" fmla="*/ 237511 h 267335"/>
              <a:gd name="T12" fmla="*/ 67199 w 171450"/>
              <a:gd name="T13" fmla="*/ 237511 h 267335"/>
              <a:gd name="T14" fmla="*/ 66819 w 171450"/>
              <a:gd name="T15" fmla="*/ 166928 h 267335"/>
              <a:gd name="T16" fmla="*/ 28509 w 171450"/>
              <a:gd name="T17" fmla="*/ 102498 h 267335"/>
              <a:gd name="T18" fmla="*/ 17830 w 171450"/>
              <a:gd name="T19" fmla="*/ 100706 h 267335"/>
              <a:gd name="T20" fmla="*/ 66819 w 171450"/>
              <a:gd name="T21" fmla="*/ 166928 h 267335"/>
              <a:gd name="T22" fmla="*/ 67199 w 171450"/>
              <a:gd name="T23" fmla="*/ 237511 h 267335"/>
              <a:gd name="T24" fmla="*/ 105299 w 171450"/>
              <a:gd name="T25" fmla="*/ 237275 h 267335"/>
              <a:gd name="T26" fmla="*/ 105247 w 171450"/>
              <a:gd name="T27" fmla="*/ 227542 h 267335"/>
              <a:gd name="T28" fmla="*/ 69729 w 171450"/>
              <a:gd name="T29" fmla="*/ 227542 h 267335"/>
              <a:gd name="T30" fmla="*/ 85734 w 171450"/>
              <a:gd name="T31" fmla="*/ 198741 h 267335"/>
              <a:gd name="T32" fmla="*/ 66819 w 171450"/>
              <a:gd name="T33" fmla="*/ 166928 h 267335"/>
              <a:gd name="T34" fmla="*/ 156382 w 171450"/>
              <a:gd name="T35" fmla="*/ 99253 h 267335"/>
              <a:gd name="T36" fmla="*/ 144693 w 171450"/>
              <a:gd name="T37" fmla="*/ 100428 h 267335"/>
              <a:gd name="T38" fmla="*/ 135779 w 171450"/>
              <a:gd name="T39" fmla="*/ 108693 h 267335"/>
              <a:gd name="T40" fmla="*/ 104905 w 171450"/>
              <a:gd name="T41" fmla="*/ 164245 h 267335"/>
              <a:gd name="T42" fmla="*/ 105299 w 171450"/>
              <a:gd name="T43" fmla="*/ 237275 h 267335"/>
              <a:gd name="T44" fmla="*/ 67199 w 171450"/>
              <a:gd name="T45" fmla="*/ 237511 h 267335"/>
              <a:gd name="T46" fmla="*/ 108186 w 171450"/>
              <a:gd name="T47" fmla="*/ 237511 h 267335"/>
              <a:gd name="T48" fmla="*/ 168789 w 171450"/>
              <a:gd name="T49" fmla="*/ 128383 h 267335"/>
              <a:gd name="T50" fmla="*/ 171162 w 171450"/>
              <a:gd name="T51" fmla="*/ 119406 h 267335"/>
              <a:gd name="T52" fmla="*/ 167601 w 171450"/>
              <a:gd name="T53" fmla="*/ 108602 h 267335"/>
              <a:gd name="T54" fmla="*/ 156382 w 171450"/>
              <a:gd name="T55" fmla="*/ 99253 h 267335"/>
              <a:gd name="T56" fmla="*/ 85734 w 171450"/>
              <a:gd name="T57" fmla="*/ 198741 h 267335"/>
              <a:gd name="T58" fmla="*/ 69729 w 171450"/>
              <a:gd name="T59" fmla="*/ 227542 h 267335"/>
              <a:gd name="T60" fmla="*/ 102739 w 171450"/>
              <a:gd name="T61" fmla="*/ 227343 h 267335"/>
              <a:gd name="T62" fmla="*/ 85734 w 171450"/>
              <a:gd name="T63" fmla="*/ 198741 h 267335"/>
              <a:gd name="T64" fmla="*/ 104905 w 171450"/>
              <a:gd name="T65" fmla="*/ 164245 h 267335"/>
              <a:gd name="T66" fmla="*/ 85734 w 171450"/>
              <a:gd name="T67" fmla="*/ 198741 h 267335"/>
              <a:gd name="T68" fmla="*/ 102739 w 171450"/>
              <a:gd name="T69" fmla="*/ 227343 h 267335"/>
              <a:gd name="T70" fmla="*/ 69729 w 171450"/>
              <a:gd name="T71" fmla="*/ 227542 h 267335"/>
              <a:gd name="T72" fmla="*/ 105247 w 171450"/>
              <a:gd name="T73" fmla="*/ 227542 h 267335"/>
              <a:gd name="T74" fmla="*/ 104905 w 171450"/>
              <a:gd name="T75" fmla="*/ 164245 h 267335"/>
              <a:gd name="T76" fmla="*/ 104019 w 171450"/>
              <a:gd name="T77" fmla="*/ 0 h 267335"/>
              <a:gd name="T78" fmla="*/ 65919 w 171450"/>
              <a:gd name="T79" fmla="*/ 235 h 267335"/>
              <a:gd name="T80" fmla="*/ 66819 w 171450"/>
              <a:gd name="T81" fmla="*/ 166928 h 267335"/>
              <a:gd name="T82" fmla="*/ 85734 w 171450"/>
              <a:gd name="T83" fmla="*/ 198741 h 267335"/>
              <a:gd name="T84" fmla="*/ 104905 w 171450"/>
              <a:gd name="T85" fmla="*/ 164245 h 267335"/>
              <a:gd name="T86" fmla="*/ 104019 w 171450"/>
              <a:gd name="T87" fmla="*/ 0 h 26733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71450"/>
              <a:gd name="T133" fmla="*/ 0 h 267335"/>
              <a:gd name="T134" fmla="*/ 171450 w 171450"/>
              <a:gd name="T135" fmla="*/ 267335 h 267335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71450" h="267335">
                <a:moveTo>
                  <a:pt x="17830" y="97186"/>
                </a:moveTo>
                <a:lnTo>
                  <a:pt x="4763" y="102470"/>
                </a:lnTo>
                <a:lnTo>
                  <a:pt x="0" y="113186"/>
                </a:lnTo>
                <a:lnTo>
                  <a:pt x="2551" y="124882"/>
                </a:lnTo>
                <a:lnTo>
                  <a:pt x="86493" y="266901"/>
                </a:lnTo>
                <a:lnTo>
                  <a:pt x="108186" y="229206"/>
                </a:lnTo>
                <a:lnTo>
                  <a:pt x="67199" y="229206"/>
                </a:lnTo>
                <a:lnTo>
                  <a:pt x="66819" y="161093"/>
                </a:lnTo>
                <a:lnTo>
                  <a:pt x="28509" y="98914"/>
                </a:lnTo>
                <a:lnTo>
                  <a:pt x="17830" y="97186"/>
                </a:lnTo>
                <a:close/>
              </a:path>
              <a:path w="171450" h="267335">
                <a:moveTo>
                  <a:pt x="66819" y="161093"/>
                </a:moveTo>
                <a:lnTo>
                  <a:pt x="67199" y="229206"/>
                </a:lnTo>
                <a:lnTo>
                  <a:pt x="105299" y="228980"/>
                </a:lnTo>
                <a:lnTo>
                  <a:pt x="105247" y="219587"/>
                </a:lnTo>
                <a:lnTo>
                  <a:pt x="69729" y="219587"/>
                </a:lnTo>
                <a:lnTo>
                  <a:pt x="85734" y="191794"/>
                </a:lnTo>
                <a:lnTo>
                  <a:pt x="66819" y="161093"/>
                </a:lnTo>
                <a:close/>
              </a:path>
              <a:path w="171450" h="267335">
                <a:moveTo>
                  <a:pt x="156382" y="95783"/>
                </a:moveTo>
                <a:lnTo>
                  <a:pt x="144693" y="96918"/>
                </a:lnTo>
                <a:lnTo>
                  <a:pt x="135779" y="104893"/>
                </a:lnTo>
                <a:lnTo>
                  <a:pt x="104905" y="158505"/>
                </a:lnTo>
                <a:lnTo>
                  <a:pt x="105299" y="228980"/>
                </a:lnTo>
                <a:lnTo>
                  <a:pt x="67199" y="229206"/>
                </a:lnTo>
                <a:lnTo>
                  <a:pt x="108186" y="229206"/>
                </a:lnTo>
                <a:lnTo>
                  <a:pt x="168789" y="123895"/>
                </a:lnTo>
                <a:lnTo>
                  <a:pt x="171162" y="115231"/>
                </a:lnTo>
                <a:lnTo>
                  <a:pt x="167601" y="104805"/>
                </a:lnTo>
                <a:lnTo>
                  <a:pt x="156382" y="95783"/>
                </a:lnTo>
                <a:close/>
              </a:path>
              <a:path w="171450" h="267335">
                <a:moveTo>
                  <a:pt x="85734" y="191794"/>
                </a:moveTo>
                <a:lnTo>
                  <a:pt x="69729" y="219587"/>
                </a:lnTo>
                <a:lnTo>
                  <a:pt x="102739" y="219395"/>
                </a:lnTo>
                <a:lnTo>
                  <a:pt x="85734" y="191794"/>
                </a:lnTo>
                <a:close/>
              </a:path>
              <a:path w="171450" h="267335">
                <a:moveTo>
                  <a:pt x="104905" y="158505"/>
                </a:moveTo>
                <a:lnTo>
                  <a:pt x="85734" y="191794"/>
                </a:lnTo>
                <a:lnTo>
                  <a:pt x="102739" y="219395"/>
                </a:lnTo>
                <a:lnTo>
                  <a:pt x="69729" y="219587"/>
                </a:lnTo>
                <a:lnTo>
                  <a:pt x="105247" y="219587"/>
                </a:lnTo>
                <a:lnTo>
                  <a:pt x="104905" y="158505"/>
                </a:lnTo>
                <a:close/>
              </a:path>
              <a:path w="171450" h="267335">
                <a:moveTo>
                  <a:pt x="104019" y="0"/>
                </a:moveTo>
                <a:lnTo>
                  <a:pt x="65919" y="225"/>
                </a:lnTo>
                <a:lnTo>
                  <a:pt x="66819" y="161093"/>
                </a:lnTo>
                <a:lnTo>
                  <a:pt x="85734" y="191794"/>
                </a:lnTo>
                <a:lnTo>
                  <a:pt x="104905" y="158505"/>
                </a:lnTo>
                <a:lnTo>
                  <a:pt x="104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52" name="object 56"/>
          <p:cNvSpPr>
            <a:spLocks/>
          </p:cNvSpPr>
          <p:nvPr/>
        </p:nvSpPr>
        <p:spPr bwMode="auto">
          <a:xfrm>
            <a:off x="1774825" y="381000"/>
            <a:ext cx="0" cy="6477000"/>
          </a:xfrm>
          <a:custGeom>
            <a:avLst/>
            <a:gdLst>
              <a:gd name="T0" fmla="*/ 0 h 6477000"/>
              <a:gd name="T1" fmla="*/ 6476996 h 6477000"/>
              <a:gd name="T2" fmla="*/ 0 60000 65536"/>
              <a:gd name="T3" fmla="*/ 0 60000 65536"/>
              <a:gd name="T4" fmla="*/ 0 h 6477000"/>
              <a:gd name="T5" fmla="*/ 6477000 h 647700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6477000">
                <a:moveTo>
                  <a:pt x="0" y="0"/>
                </a:moveTo>
                <a:lnTo>
                  <a:pt x="0" y="6476999"/>
                </a:lnTo>
              </a:path>
            </a:pathLst>
          </a:custGeom>
          <a:noFill/>
          <a:ln w="38099">
            <a:solidFill>
              <a:srgbClr val="C050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53" name="object 57"/>
          <p:cNvSpPr>
            <a:spLocks/>
          </p:cNvSpPr>
          <p:nvPr/>
        </p:nvSpPr>
        <p:spPr bwMode="auto">
          <a:xfrm>
            <a:off x="1919288" y="381000"/>
            <a:ext cx="0" cy="6477000"/>
          </a:xfrm>
          <a:custGeom>
            <a:avLst/>
            <a:gdLst>
              <a:gd name="T0" fmla="*/ 0 h 6477000"/>
              <a:gd name="T1" fmla="*/ 6476996 h 6477000"/>
              <a:gd name="T2" fmla="*/ 0 60000 65536"/>
              <a:gd name="T3" fmla="*/ 0 60000 65536"/>
              <a:gd name="T4" fmla="*/ 0 h 6477000"/>
              <a:gd name="T5" fmla="*/ 6477000 h 647700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6477000">
                <a:moveTo>
                  <a:pt x="0" y="0"/>
                </a:moveTo>
                <a:lnTo>
                  <a:pt x="0" y="6476999"/>
                </a:lnTo>
              </a:path>
            </a:pathLst>
          </a:custGeom>
          <a:noFill/>
          <a:ln w="38099">
            <a:solidFill>
              <a:srgbClr val="FF9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54" name="object 58"/>
          <p:cNvSpPr>
            <a:spLocks/>
          </p:cNvSpPr>
          <p:nvPr/>
        </p:nvSpPr>
        <p:spPr bwMode="auto">
          <a:xfrm>
            <a:off x="1847850" y="381000"/>
            <a:ext cx="0" cy="6477000"/>
          </a:xfrm>
          <a:custGeom>
            <a:avLst/>
            <a:gdLst>
              <a:gd name="T0" fmla="*/ 0 h 6477000"/>
              <a:gd name="T1" fmla="*/ 6476996 h 6477000"/>
              <a:gd name="T2" fmla="*/ 0 60000 65536"/>
              <a:gd name="T3" fmla="*/ 0 60000 65536"/>
              <a:gd name="T4" fmla="*/ 0 h 6477000"/>
              <a:gd name="T5" fmla="*/ 6477000 h 647700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6477000">
                <a:moveTo>
                  <a:pt x="0" y="0"/>
                </a:moveTo>
                <a:lnTo>
                  <a:pt x="0" y="6476999"/>
                </a:lnTo>
              </a:path>
            </a:pathLst>
          </a:custGeom>
          <a:noFill/>
          <a:ln w="38099">
            <a:solidFill>
              <a:srgbClr val="7F00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55" name="object 59"/>
          <p:cNvSpPr>
            <a:spLocks/>
          </p:cNvSpPr>
          <p:nvPr/>
        </p:nvSpPr>
        <p:spPr bwMode="auto">
          <a:xfrm>
            <a:off x="1524000" y="0"/>
            <a:ext cx="9144000" cy="381000"/>
          </a:xfrm>
          <a:custGeom>
            <a:avLst/>
            <a:gdLst>
              <a:gd name="T0" fmla="*/ 0 w 9144000"/>
              <a:gd name="T1" fmla="*/ 380999 h 381000"/>
              <a:gd name="T2" fmla="*/ 9143992 w 9144000"/>
              <a:gd name="T3" fmla="*/ 380999 h 381000"/>
              <a:gd name="T4" fmla="*/ 9143992 w 9144000"/>
              <a:gd name="T5" fmla="*/ 0 h 381000"/>
              <a:gd name="T6" fmla="*/ 0 w 9144000"/>
              <a:gd name="T7" fmla="*/ 0 h 381000"/>
              <a:gd name="T8" fmla="*/ 0 w 9144000"/>
              <a:gd name="T9" fmla="*/ 380999 h 381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44000"/>
              <a:gd name="T16" fmla="*/ 0 h 381000"/>
              <a:gd name="T17" fmla="*/ 9144000 w 9144000"/>
              <a:gd name="T18" fmla="*/ 381000 h 381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44000" h="381000">
                <a:moveTo>
                  <a:pt x="0" y="380999"/>
                </a:moveTo>
                <a:lnTo>
                  <a:pt x="9143999" y="380999"/>
                </a:lnTo>
                <a:lnTo>
                  <a:pt x="91439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0098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56" name="object 60"/>
          <p:cNvSpPr>
            <a:spLocks/>
          </p:cNvSpPr>
          <p:nvPr/>
        </p:nvSpPr>
        <p:spPr bwMode="auto">
          <a:xfrm>
            <a:off x="1524000" y="0"/>
            <a:ext cx="9144000" cy="381000"/>
          </a:xfrm>
          <a:custGeom>
            <a:avLst/>
            <a:gdLst>
              <a:gd name="T0" fmla="*/ 0 w 9144000"/>
              <a:gd name="T1" fmla="*/ 380999 h 381000"/>
              <a:gd name="T2" fmla="*/ 9143992 w 9144000"/>
              <a:gd name="T3" fmla="*/ 380999 h 381000"/>
              <a:gd name="T4" fmla="*/ 9143992 w 9144000"/>
              <a:gd name="T5" fmla="*/ 0 h 381000"/>
              <a:gd name="T6" fmla="*/ 0 w 9144000"/>
              <a:gd name="T7" fmla="*/ 0 h 381000"/>
              <a:gd name="T8" fmla="*/ 0 w 9144000"/>
              <a:gd name="T9" fmla="*/ 380999 h 381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44000"/>
              <a:gd name="T16" fmla="*/ 0 h 381000"/>
              <a:gd name="T17" fmla="*/ 9144000 w 9144000"/>
              <a:gd name="T18" fmla="*/ 381000 h 381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44000" h="381000">
                <a:moveTo>
                  <a:pt x="0" y="380999"/>
                </a:moveTo>
                <a:lnTo>
                  <a:pt x="9143999" y="380999"/>
                </a:lnTo>
                <a:lnTo>
                  <a:pt x="9143999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noFill/>
          <a:ln w="12700">
            <a:solidFill>
              <a:srgbClr val="00989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pic>
        <p:nvPicPr>
          <p:cNvPr id="61" name="Picture 2" descr="Homepage | BBS - ICBM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225"/>
            <a:ext cx="15859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702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:\Users\hp\Downloads\2023-06-01_15_376607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2400"/>
            <a:ext cx="7010400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1323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mepage | BBS - ICB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3225"/>
            <a:ext cx="18780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Task – Individual – 15-20 minutes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the example above, can you distinguish the job description and job specification? If yes, then prepare a job description and job specification (in separate tables). Assume any example (national / multinational organization). 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Please write it on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your notebook.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818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Zulkifli (UPM)- LRGS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3861</TotalTime>
  <Words>1546</Words>
  <Application>Microsoft Office PowerPoint</Application>
  <PresentationFormat>Custom</PresentationFormat>
  <Paragraphs>278</Paragraphs>
  <Slides>32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1_Zulkifli (UPM)- LRGS slides</vt:lpstr>
      <vt:lpstr>Office Theme</vt:lpstr>
      <vt:lpstr>Session Two and Three (Chapter Two)   HRM Practices and Policies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POLICY</vt:lpstr>
      <vt:lpstr>HRM Policy </vt:lpstr>
      <vt:lpstr>Qualities of Good Human Resource Policy</vt:lpstr>
      <vt:lpstr>Human Resource Planning</vt:lpstr>
      <vt:lpstr>PowerPoint Presentation</vt:lpstr>
      <vt:lpstr>PowerPoint Presentation</vt:lpstr>
      <vt:lpstr>PowerPoint Presentation</vt:lpstr>
      <vt:lpstr>Nature &amp; Purpose of Job Analysis</vt:lpstr>
      <vt:lpstr>Example of Job Description</vt:lpstr>
      <vt:lpstr>Nature &amp; Purpose of Job Analysis</vt:lpstr>
      <vt:lpstr>Example of Job Specification</vt:lpstr>
      <vt:lpstr>PowerPoint Presentation</vt:lpstr>
      <vt:lpstr>BUSINESS OBJECTIVES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paper</dc:title>
  <dc:creator>Administrator</dc:creator>
  <cp:lastModifiedBy>Syed Far Abid Hossain</cp:lastModifiedBy>
  <cp:revision>688</cp:revision>
  <cp:lastPrinted>2022-06-02T10:44:02Z</cp:lastPrinted>
  <dcterms:created xsi:type="dcterms:W3CDTF">2018-10-16T10:19:21Z</dcterms:created>
  <dcterms:modified xsi:type="dcterms:W3CDTF">2024-02-29T11:34:11Z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